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56" d="100"/>
          <a:sy n="56" d="100"/>
        </p:scale>
        <p:origin x="37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명성" userId="ca141ea9-beb5-4927-b4ce-84b89b9778f1" providerId="ADAL" clId="{7C42D6AA-7C05-4BB9-9B6C-160BAD343FE6}"/>
    <pc:docChg chg="undo custSel modSld">
      <pc:chgData name="김명성" userId="ca141ea9-beb5-4927-b4ce-84b89b9778f1" providerId="ADAL" clId="{7C42D6AA-7C05-4BB9-9B6C-160BAD343FE6}" dt="2026-05-15T08:46:32.055" v="41" actId="20577"/>
      <pc:docMkLst>
        <pc:docMk/>
      </pc:docMkLst>
      <pc:sldChg chg="delSp modSp mod">
        <pc:chgData name="김명성" userId="ca141ea9-beb5-4927-b4ce-84b89b9778f1" providerId="ADAL" clId="{7C42D6AA-7C05-4BB9-9B6C-160BAD343FE6}" dt="2026-05-15T08:39:24.186" v="1" actId="14100"/>
        <pc:sldMkLst>
          <pc:docMk/>
          <pc:sldMk cId="487325318" sldId="256"/>
        </pc:sldMkLst>
        <pc:spChg chg="mod">
          <ac:chgData name="김명성" userId="ca141ea9-beb5-4927-b4ce-84b89b9778f1" providerId="ADAL" clId="{7C42D6AA-7C05-4BB9-9B6C-160BAD343FE6}" dt="2026-05-15T08:39:24.186" v="1" actId="14100"/>
          <ac:spMkLst>
            <pc:docMk/>
            <pc:sldMk cId="487325318" sldId="256"/>
            <ac:spMk id="5" creationId="{4F2A9A81-2092-40CD-A2C4-61256A235A72}"/>
          </ac:spMkLst>
        </pc:spChg>
        <pc:spChg chg="del">
          <ac:chgData name="김명성" userId="ca141ea9-beb5-4927-b4ce-84b89b9778f1" providerId="ADAL" clId="{7C42D6AA-7C05-4BB9-9B6C-160BAD343FE6}" dt="2026-05-15T08:39:19.635" v="0" actId="478"/>
          <ac:spMkLst>
            <pc:docMk/>
            <pc:sldMk cId="487325318" sldId="256"/>
            <ac:spMk id="8" creationId="{4E901B91-58EB-41AE-BD2A-EA60704C6A94}"/>
          </ac:spMkLst>
        </pc:spChg>
      </pc:sldChg>
      <pc:sldChg chg="modSp mod">
        <pc:chgData name="김명성" userId="ca141ea9-beb5-4927-b4ce-84b89b9778f1" providerId="ADAL" clId="{7C42D6AA-7C05-4BB9-9B6C-160BAD343FE6}" dt="2026-05-15T08:46:17.380" v="37" actId="20577"/>
        <pc:sldMkLst>
          <pc:docMk/>
          <pc:sldMk cId="1421729273" sldId="257"/>
        </pc:sldMkLst>
        <pc:spChg chg="mod">
          <ac:chgData name="김명성" userId="ca141ea9-beb5-4927-b4ce-84b89b9778f1" providerId="ADAL" clId="{7C42D6AA-7C05-4BB9-9B6C-160BAD343FE6}" dt="2026-05-15T08:46:17.380" v="37" actId="20577"/>
          <ac:spMkLst>
            <pc:docMk/>
            <pc:sldMk cId="1421729273" sldId="257"/>
            <ac:spMk id="2" creationId="{6119C589-EA50-4355-A83E-FC053FE32B5F}"/>
          </ac:spMkLst>
        </pc:spChg>
        <pc:spChg chg="mod">
          <ac:chgData name="김명성" userId="ca141ea9-beb5-4927-b4ce-84b89b9778f1" providerId="ADAL" clId="{7C42D6AA-7C05-4BB9-9B6C-160BAD343FE6}" dt="2026-05-15T08:39:31.851" v="3" actId="14100"/>
          <ac:spMkLst>
            <pc:docMk/>
            <pc:sldMk cId="1421729273" sldId="257"/>
            <ac:spMk id="3" creationId="{03BF6A0C-E339-4E73-9C0A-7BC145B767DE}"/>
          </ac:spMkLst>
        </pc:spChg>
        <pc:spChg chg="mod">
          <ac:chgData name="김명성" userId="ca141ea9-beb5-4927-b4ce-84b89b9778f1" providerId="ADAL" clId="{7C42D6AA-7C05-4BB9-9B6C-160BAD343FE6}" dt="2026-05-15T08:39:36.281" v="4" actId="14100"/>
          <ac:spMkLst>
            <pc:docMk/>
            <pc:sldMk cId="1421729273" sldId="257"/>
            <ac:spMk id="4" creationId="{D4B65300-5372-4871-A110-0A176FC96483}"/>
          </ac:spMkLst>
        </pc:spChg>
        <pc:spChg chg="mod">
          <ac:chgData name="김명성" userId="ca141ea9-beb5-4927-b4ce-84b89b9778f1" providerId="ADAL" clId="{7C42D6AA-7C05-4BB9-9B6C-160BAD343FE6}" dt="2026-05-15T08:39:42.225" v="5" actId="14100"/>
          <ac:spMkLst>
            <pc:docMk/>
            <pc:sldMk cId="1421729273" sldId="257"/>
            <ac:spMk id="21" creationId="{DFF74CAC-9815-48BB-A995-F04435A1E891}"/>
          </ac:spMkLst>
        </pc:spChg>
      </pc:sldChg>
      <pc:sldChg chg="modSp mod">
        <pc:chgData name="김명성" userId="ca141ea9-beb5-4927-b4ce-84b89b9778f1" providerId="ADAL" clId="{7C42D6AA-7C05-4BB9-9B6C-160BAD343FE6}" dt="2026-05-15T08:46:21.053" v="38" actId="20577"/>
        <pc:sldMkLst>
          <pc:docMk/>
          <pc:sldMk cId="277296562" sldId="258"/>
        </pc:sldMkLst>
        <pc:spChg chg="mod">
          <ac:chgData name="김명성" userId="ca141ea9-beb5-4927-b4ce-84b89b9778f1" providerId="ADAL" clId="{7C42D6AA-7C05-4BB9-9B6C-160BAD343FE6}" dt="2026-05-15T08:46:21.053" v="38" actId="20577"/>
          <ac:spMkLst>
            <pc:docMk/>
            <pc:sldMk cId="277296562" sldId="258"/>
            <ac:spMk id="2" creationId="{37266B07-2D18-4C04-9F1F-7E9A23D68CF1}"/>
          </ac:spMkLst>
        </pc:spChg>
        <pc:spChg chg="mod">
          <ac:chgData name="김명성" userId="ca141ea9-beb5-4927-b4ce-84b89b9778f1" providerId="ADAL" clId="{7C42D6AA-7C05-4BB9-9B6C-160BAD343FE6}" dt="2026-05-15T08:39:59.665" v="7" actId="14100"/>
          <ac:spMkLst>
            <pc:docMk/>
            <pc:sldMk cId="277296562" sldId="258"/>
            <ac:spMk id="9" creationId="{0235A780-AC89-4558-B103-B4E5D4314DC6}"/>
          </ac:spMkLst>
        </pc:spChg>
        <pc:spChg chg="mod">
          <ac:chgData name="김명성" userId="ca141ea9-beb5-4927-b4ce-84b89b9778f1" providerId="ADAL" clId="{7C42D6AA-7C05-4BB9-9B6C-160BAD343FE6}" dt="2026-05-15T08:40:05.305" v="9" actId="14100"/>
          <ac:spMkLst>
            <pc:docMk/>
            <pc:sldMk cId="277296562" sldId="258"/>
            <ac:spMk id="13" creationId="{3145EEDC-C09B-472D-970C-221C534A1D87}"/>
          </ac:spMkLst>
        </pc:spChg>
        <pc:spChg chg="mod">
          <ac:chgData name="김명성" userId="ca141ea9-beb5-4927-b4ce-84b89b9778f1" providerId="ADAL" clId="{7C42D6AA-7C05-4BB9-9B6C-160BAD343FE6}" dt="2026-05-15T08:39:52.852" v="6" actId="14100"/>
          <ac:spMkLst>
            <pc:docMk/>
            <pc:sldMk cId="277296562" sldId="258"/>
            <ac:spMk id="26" creationId="{6B546BE9-E0D4-4C4F-AD47-CBE48E189318}"/>
          </ac:spMkLst>
        </pc:spChg>
      </pc:sldChg>
      <pc:sldChg chg="modSp mod">
        <pc:chgData name="김명성" userId="ca141ea9-beb5-4927-b4ce-84b89b9778f1" providerId="ADAL" clId="{7C42D6AA-7C05-4BB9-9B6C-160BAD343FE6}" dt="2026-05-15T08:46:24.699" v="39" actId="20577"/>
        <pc:sldMkLst>
          <pc:docMk/>
          <pc:sldMk cId="430988730" sldId="259"/>
        </pc:sldMkLst>
        <pc:spChg chg="mod">
          <ac:chgData name="김명성" userId="ca141ea9-beb5-4927-b4ce-84b89b9778f1" providerId="ADAL" clId="{7C42D6AA-7C05-4BB9-9B6C-160BAD343FE6}" dt="2026-05-15T08:46:24.699" v="39" actId="20577"/>
          <ac:spMkLst>
            <pc:docMk/>
            <pc:sldMk cId="430988730" sldId="259"/>
            <ac:spMk id="2" creationId="{F4D2B4B2-0BFA-453F-9857-CC56D17B7B11}"/>
          </ac:spMkLst>
        </pc:spChg>
        <pc:spChg chg="mod">
          <ac:chgData name="김명성" userId="ca141ea9-beb5-4927-b4ce-84b89b9778f1" providerId="ADAL" clId="{7C42D6AA-7C05-4BB9-9B6C-160BAD343FE6}" dt="2026-05-15T08:41:36.913" v="11" actId="14100"/>
          <ac:spMkLst>
            <pc:docMk/>
            <pc:sldMk cId="430988730" sldId="259"/>
            <ac:spMk id="4" creationId="{05F0DB16-02AA-4AF1-9260-B2CDB8F661D6}"/>
          </ac:spMkLst>
        </pc:spChg>
        <pc:spChg chg="mod">
          <ac:chgData name="김명성" userId="ca141ea9-beb5-4927-b4ce-84b89b9778f1" providerId="ADAL" clId="{7C42D6AA-7C05-4BB9-9B6C-160BAD343FE6}" dt="2026-05-15T08:41:34.677" v="10" actId="14100"/>
          <ac:spMkLst>
            <pc:docMk/>
            <pc:sldMk cId="430988730" sldId="259"/>
            <ac:spMk id="16" creationId="{2DD897DC-F0BC-4876-96EC-46A75A3FAD1D}"/>
          </ac:spMkLst>
        </pc:spChg>
      </pc:sldChg>
      <pc:sldChg chg="modSp mod">
        <pc:chgData name="김명성" userId="ca141ea9-beb5-4927-b4ce-84b89b9778f1" providerId="ADAL" clId="{7C42D6AA-7C05-4BB9-9B6C-160BAD343FE6}" dt="2026-05-15T08:46:28.243" v="40" actId="20577"/>
        <pc:sldMkLst>
          <pc:docMk/>
          <pc:sldMk cId="2013538273" sldId="260"/>
        </pc:sldMkLst>
        <pc:spChg chg="mod">
          <ac:chgData name="김명성" userId="ca141ea9-beb5-4927-b4ce-84b89b9778f1" providerId="ADAL" clId="{7C42D6AA-7C05-4BB9-9B6C-160BAD343FE6}" dt="2026-05-15T08:46:28.243" v="40" actId="20577"/>
          <ac:spMkLst>
            <pc:docMk/>
            <pc:sldMk cId="2013538273" sldId="260"/>
            <ac:spMk id="2" creationId="{E56FDB90-E487-4FD7-82C0-08DF035873E1}"/>
          </ac:spMkLst>
        </pc:spChg>
        <pc:spChg chg="mod">
          <ac:chgData name="김명성" userId="ca141ea9-beb5-4927-b4ce-84b89b9778f1" providerId="ADAL" clId="{7C42D6AA-7C05-4BB9-9B6C-160BAD343FE6}" dt="2026-05-15T08:42:59.468" v="13" actId="14100"/>
          <ac:spMkLst>
            <pc:docMk/>
            <pc:sldMk cId="2013538273" sldId="260"/>
            <ac:spMk id="4" creationId="{15617AB0-4EAC-4E87-878D-19078DEEE132}"/>
          </ac:spMkLst>
        </pc:spChg>
        <pc:spChg chg="mod">
          <ac:chgData name="김명성" userId="ca141ea9-beb5-4927-b4ce-84b89b9778f1" providerId="ADAL" clId="{7C42D6AA-7C05-4BB9-9B6C-160BAD343FE6}" dt="2026-05-15T08:43:04.411" v="14" actId="14100"/>
          <ac:spMkLst>
            <pc:docMk/>
            <pc:sldMk cId="2013538273" sldId="260"/>
            <ac:spMk id="13" creationId="{1AF56E57-BD09-4E35-A448-37275230043A}"/>
          </ac:spMkLst>
        </pc:spChg>
        <pc:spChg chg="mod">
          <ac:chgData name="김명성" userId="ca141ea9-beb5-4927-b4ce-84b89b9778f1" providerId="ADAL" clId="{7C42D6AA-7C05-4BB9-9B6C-160BAD343FE6}" dt="2026-05-15T08:42:57.652" v="12" actId="14100"/>
          <ac:spMkLst>
            <pc:docMk/>
            <pc:sldMk cId="2013538273" sldId="260"/>
            <ac:spMk id="16" creationId="{9F97FEC0-CA36-4157-8990-C6437014D20C}"/>
          </ac:spMkLst>
        </pc:spChg>
      </pc:sldChg>
      <pc:sldChg chg="modSp mod">
        <pc:chgData name="김명성" userId="ca141ea9-beb5-4927-b4ce-84b89b9778f1" providerId="ADAL" clId="{7C42D6AA-7C05-4BB9-9B6C-160BAD343FE6}" dt="2026-05-15T08:46:32.055" v="41" actId="20577"/>
        <pc:sldMkLst>
          <pc:docMk/>
          <pc:sldMk cId="904615336" sldId="261"/>
        </pc:sldMkLst>
        <pc:spChg chg="mod">
          <ac:chgData name="김명성" userId="ca141ea9-beb5-4927-b4ce-84b89b9778f1" providerId="ADAL" clId="{7C42D6AA-7C05-4BB9-9B6C-160BAD343FE6}" dt="2026-05-15T08:46:32.055" v="41" actId="20577"/>
          <ac:spMkLst>
            <pc:docMk/>
            <pc:sldMk cId="904615336" sldId="261"/>
            <ac:spMk id="2" creationId="{49BAF36D-387A-453C-887C-44205C3A60E0}"/>
          </ac:spMkLst>
        </pc:spChg>
        <pc:spChg chg="mod">
          <ac:chgData name="김명성" userId="ca141ea9-beb5-4927-b4ce-84b89b9778f1" providerId="ADAL" clId="{7C42D6AA-7C05-4BB9-9B6C-160BAD343FE6}" dt="2026-05-15T08:43:36.998" v="17" actId="14100"/>
          <ac:spMkLst>
            <pc:docMk/>
            <pc:sldMk cId="904615336" sldId="261"/>
            <ac:spMk id="3" creationId="{34B8155E-71E7-47C2-AA7F-A83513EB0E2E}"/>
          </ac:spMkLst>
        </pc:spChg>
        <pc:spChg chg="mod">
          <ac:chgData name="김명성" userId="ca141ea9-beb5-4927-b4ce-84b89b9778f1" providerId="ADAL" clId="{7C42D6AA-7C05-4BB9-9B6C-160BAD343FE6}" dt="2026-05-15T08:43:09.551" v="15" actId="14100"/>
          <ac:spMkLst>
            <pc:docMk/>
            <pc:sldMk cId="904615336" sldId="261"/>
            <ac:spMk id="4" creationId="{6518DB7C-6519-46CA-83E2-AFE414F4E28D}"/>
          </ac:spMkLst>
        </pc:spChg>
        <pc:spChg chg="mod">
          <ac:chgData name="김명성" userId="ca141ea9-beb5-4927-b4ce-84b89b9778f1" providerId="ADAL" clId="{7C42D6AA-7C05-4BB9-9B6C-160BAD343FE6}" dt="2026-05-15T08:43:13.190" v="16" actId="14100"/>
          <ac:spMkLst>
            <pc:docMk/>
            <pc:sldMk cId="904615336" sldId="261"/>
            <ac:spMk id="17" creationId="{4DBE3465-0DB3-4085-AC32-2F00121DA641}"/>
          </ac:spMkLst>
        </pc:spChg>
      </pc:sldChg>
      <pc:sldChg chg="modSp mod">
        <pc:chgData name="김명성" userId="ca141ea9-beb5-4927-b4ce-84b89b9778f1" providerId="ADAL" clId="{7C42D6AA-7C05-4BB9-9B6C-160BAD343FE6}" dt="2026-05-15T08:46:12.926" v="36" actId="20577"/>
        <pc:sldMkLst>
          <pc:docMk/>
          <pc:sldMk cId="1878337091" sldId="262"/>
        </pc:sldMkLst>
        <pc:spChg chg="mod">
          <ac:chgData name="김명성" userId="ca141ea9-beb5-4927-b4ce-84b89b9778f1" providerId="ADAL" clId="{7C42D6AA-7C05-4BB9-9B6C-160BAD343FE6}" dt="2026-05-15T08:46:12.926" v="36" actId="20577"/>
          <ac:spMkLst>
            <pc:docMk/>
            <pc:sldMk cId="1878337091" sldId="262"/>
            <ac:spMk id="2" creationId="{28E151A1-FC40-4FE2-B686-29546CC4D8ED}"/>
          </ac:spMkLst>
        </pc:spChg>
        <pc:spChg chg="mod">
          <ac:chgData name="김명성" userId="ca141ea9-beb5-4927-b4ce-84b89b9778f1" providerId="ADAL" clId="{7C42D6AA-7C05-4BB9-9B6C-160BAD343FE6}" dt="2026-05-15T08:44:37.350" v="25" actId="14100"/>
          <ac:spMkLst>
            <pc:docMk/>
            <pc:sldMk cId="1878337091" sldId="262"/>
            <ac:spMk id="3" creationId="{3FBAFF53-000F-41A6-85E8-87113F09A03D}"/>
          </ac:spMkLst>
        </pc:spChg>
        <pc:spChg chg="mod">
          <ac:chgData name="김명성" userId="ca141ea9-beb5-4927-b4ce-84b89b9778f1" providerId="ADAL" clId="{7C42D6AA-7C05-4BB9-9B6C-160BAD343FE6}" dt="2026-05-15T08:43:56.226" v="23" actId="14100"/>
          <ac:spMkLst>
            <pc:docMk/>
            <pc:sldMk cId="1878337091" sldId="262"/>
            <ac:spMk id="4" creationId="{14F0A570-C13A-42B5-AB63-9A1205C6DB41}"/>
          </ac:spMkLst>
        </pc:spChg>
        <pc:spChg chg="mod">
          <ac:chgData name="김명성" userId="ca141ea9-beb5-4927-b4ce-84b89b9778f1" providerId="ADAL" clId="{7C42D6AA-7C05-4BB9-9B6C-160BAD343FE6}" dt="2026-05-15T08:43:42.663" v="18" actId="14100"/>
          <ac:spMkLst>
            <pc:docMk/>
            <pc:sldMk cId="1878337091" sldId="262"/>
            <ac:spMk id="16" creationId="{E41613CE-6BA5-4671-A3AC-815F9BDBE9BD}"/>
          </ac:spMkLst>
        </pc:spChg>
      </pc:sldChg>
      <pc:sldChg chg="modSp mod">
        <pc:chgData name="김명성" userId="ca141ea9-beb5-4927-b4ce-84b89b9778f1" providerId="ADAL" clId="{7C42D6AA-7C05-4BB9-9B6C-160BAD343FE6}" dt="2026-05-15T08:46:08.411" v="35" actId="14100"/>
        <pc:sldMkLst>
          <pc:docMk/>
          <pc:sldMk cId="696658406" sldId="263"/>
        </pc:sldMkLst>
        <pc:spChg chg="mod">
          <ac:chgData name="김명성" userId="ca141ea9-beb5-4927-b4ce-84b89b9778f1" providerId="ADAL" clId="{7C42D6AA-7C05-4BB9-9B6C-160BAD343FE6}" dt="2026-05-15T08:46:05.465" v="34" actId="14100"/>
          <ac:spMkLst>
            <pc:docMk/>
            <pc:sldMk cId="696658406" sldId="263"/>
            <ac:spMk id="4" creationId="{00B5D513-A0F6-4C82-844A-B9696E60AF9C}"/>
          </ac:spMkLst>
        </pc:spChg>
        <pc:spChg chg="mod">
          <ac:chgData name="김명성" userId="ca141ea9-beb5-4927-b4ce-84b89b9778f1" providerId="ADAL" clId="{7C42D6AA-7C05-4BB9-9B6C-160BAD343FE6}" dt="2026-05-15T08:46:08.411" v="35" actId="14100"/>
          <ac:spMkLst>
            <pc:docMk/>
            <pc:sldMk cId="696658406" sldId="263"/>
            <ac:spMk id="19" creationId="{192303F1-0321-4148-AFF7-6C9F206AB92E}"/>
          </ac:spMkLst>
        </pc:spChg>
      </pc:sldChg>
      <pc:sldChg chg="modSp mod">
        <pc:chgData name="김명성" userId="ca141ea9-beb5-4927-b4ce-84b89b9778f1" providerId="ADAL" clId="{7C42D6AA-7C05-4BB9-9B6C-160BAD343FE6}" dt="2026-05-15T08:45:29.620" v="33" actId="14100"/>
        <pc:sldMkLst>
          <pc:docMk/>
          <pc:sldMk cId="2074773626" sldId="264"/>
        </pc:sldMkLst>
        <pc:spChg chg="mod">
          <ac:chgData name="김명성" userId="ca141ea9-beb5-4927-b4ce-84b89b9778f1" providerId="ADAL" clId="{7C42D6AA-7C05-4BB9-9B6C-160BAD343FE6}" dt="2026-05-15T08:45:22.533" v="31" actId="20577"/>
          <ac:spMkLst>
            <pc:docMk/>
            <pc:sldMk cId="2074773626" sldId="264"/>
            <ac:spMk id="2" creationId="{8B17A864-449F-499A-8392-54CFCFECB966}"/>
          </ac:spMkLst>
        </pc:spChg>
        <pc:spChg chg="mod">
          <ac:chgData name="김명성" userId="ca141ea9-beb5-4927-b4ce-84b89b9778f1" providerId="ADAL" clId="{7C42D6AA-7C05-4BB9-9B6C-160BAD343FE6}" dt="2026-05-15T08:45:26.554" v="32" actId="14100"/>
          <ac:spMkLst>
            <pc:docMk/>
            <pc:sldMk cId="2074773626" sldId="264"/>
            <ac:spMk id="4" creationId="{6E02345A-F34C-4F8B-819C-B2B17B97D08C}"/>
          </ac:spMkLst>
        </pc:spChg>
        <pc:spChg chg="mod">
          <ac:chgData name="김명성" userId="ca141ea9-beb5-4927-b4ce-84b89b9778f1" providerId="ADAL" clId="{7C42D6AA-7C05-4BB9-9B6C-160BAD343FE6}" dt="2026-05-15T08:45:29.620" v="33" actId="14100"/>
          <ac:spMkLst>
            <pc:docMk/>
            <pc:sldMk cId="2074773626" sldId="264"/>
            <ac:spMk id="19" creationId="{C61328AF-8EFF-472A-83DF-77C43A0B7F1A}"/>
          </ac:spMkLst>
        </pc:spChg>
      </pc:sldChg>
      <pc:sldChg chg="modSp mod">
        <pc:chgData name="김명성" userId="ca141ea9-beb5-4927-b4ce-84b89b9778f1" providerId="ADAL" clId="{7C42D6AA-7C05-4BB9-9B6C-160BAD343FE6}" dt="2026-05-15T08:44:52.936" v="30" actId="14100"/>
        <pc:sldMkLst>
          <pc:docMk/>
          <pc:sldMk cId="1614589795" sldId="265"/>
        </pc:sldMkLst>
        <pc:spChg chg="mod">
          <ac:chgData name="김명성" userId="ca141ea9-beb5-4927-b4ce-84b89b9778f1" providerId="ADAL" clId="{7C42D6AA-7C05-4BB9-9B6C-160BAD343FE6}" dt="2026-05-15T08:44:46.935" v="27" actId="14100"/>
          <ac:spMkLst>
            <pc:docMk/>
            <pc:sldMk cId="1614589795" sldId="265"/>
            <ac:spMk id="8" creationId="{32670829-3440-4E9E-96BF-862D1B171383}"/>
          </ac:spMkLst>
        </pc:spChg>
        <pc:spChg chg="mod">
          <ac:chgData name="김명성" userId="ca141ea9-beb5-4927-b4ce-84b89b9778f1" providerId="ADAL" clId="{7C42D6AA-7C05-4BB9-9B6C-160BAD343FE6}" dt="2026-05-15T08:44:49.214" v="28" actId="14100"/>
          <ac:spMkLst>
            <pc:docMk/>
            <pc:sldMk cId="1614589795" sldId="265"/>
            <ac:spMk id="10" creationId="{5AD41C7A-AA04-4966-AB33-2D57684A92BA}"/>
          </ac:spMkLst>
        </pc:spChg>
        <pc:spChg chg="mod">
          <ac:chgData name="김명성" userId="ca141ea9-beb5-4927-b4ce-84b89b9778f1" providerId="ADAL" clId="{7C42D6AA-7C05-4BB9-9B6C-160BAD343FE6}" dt="2026-05-15T08:44:51.346" v="29" actId="14100"/>
          <ac:spMkLst>
            <pc:docMk/>
            <pc:sldMk cId="1614589795" sldId="265"/>
            <ac:spMk id="12" creationId="{58F3DBAE-515C-4B97-8935-352285322423}"/>
          </ac:spMkLst>
        </pc:spChg>
        <pc:spChg chg="mod">
          <ac:chgData name="김명성" userId="ca141ea9-beb5-4927-b4ce-84b89b9778f1" providerId="ADAL" clId="{7C42D6AA-7C05-4BB9-9B6C-160BAD343FE6}" dt="2026-05-15T08:44:52.936" v="30" actId="14100"/>
          <ac:spMkLst>
            <pc:docMk/>
            <pc:sldMk cId="1614589795" sldId="265"/>
            <ac:spMk id="14" creationId="{3D96F83E-B927-4BA5-8BF5-6D9E659E82B6}"/>
          </ac:spMkLst>
        </pc:spChg>
        <pc:spChg chg="mod">
          <ac:chgData name="김명성" userId="ca141ea9-beb5-4927-b4ce-84b89b9778f1" providerId="ADAL" clId="{7C42D6AA-7C05-4BB9-9B6C-160BAD343FE6}" dt="2026-05-15T08:44:43.303" v="26" actId="14100"/>
          <ac:spMkLst>
            <pc:docMk/>
            <pc:sldMk cId="1614589795" sldId="265"/>
            <ac:spMk id="17" creationId="{9F71ADE4-0B88-4ADF-8C3E-39AB0F17FBC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9CBAFCA-71BB-416A-AB68-E08995119F94}"/>
              </a:ext>
            </a:extLst>
          </p:cNvPr>
          <p:cNvSpPr>
            <a:spLocks noGrp="1"/>
          </p:cNvSpPr>
          <p:nvPr/>
        </p:nvSpPr>
        <p:spPr>
          <a:xfrm>
            <a:off x="895350" y="685800"/>
            <a:ext cx="1668590" cy="381000"/>
          </a:xfrm>
          <a:prstGeom prst="roundRect">
            <a:avLst>
              <a:gd name="adj" fmla="val 50000"/>
            </a:avLst>
          </a:prstGeom>
          <a:solidFill>
            <a:srgbClr val="38BDF8">
              <a:alpha val="13333"/>
            </a:srgbClr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6F119F1-48AA-4296-B6FA-B3EBA32947A0}"/>
              </a:ext>
            </a:extLst>
          </p:cNvPr>
          <p:cNvSpPr>
            <a:spLocks noGrp="1"/>
          </p:cNvSpPr>
          <p:nvPr/>
        </p:nvSpPr>
        <p:spPr>
          <a:xfrm>
            <a:off x="1066800" y="762000"/>
            <a:ext cx="1333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38BDF8"/>
                </a:solidFill>
              </a:defRPr>
            </a:pPr>
            <a:r>
              <a:rPr sz="1425" b="1">
                <a:solidFill>
                  <a:srgbClr val="38BDF8"/>
                </a:solidFill>
              </a:rPr>
              <a:t>AI 활용 경진대회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83C83E5-6578-4280-B2C6-5B79A7FE6432}"/>
              </a:ext>
            </a:extLst>
          </p:cNvPr>
          <p:cNvSpPr>
            <a:spLocks noGrp="1"/>
          </p:cNvSpPr>
          <p:nvPr/>
        </p:nvSpPr>
        <p:spPr>
          <a:xfrm>
            <a:off x="2571750" y="762000"/>
            <a:ext cx="148209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호서대학교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8C4680D-AF3F-469A-ACDE-289AB9350B74}"/>
              </a:ext>
            </a:extLst>
          </p:cNvPr>
          <p:cNvSpPr>
            <a:spLocks noGrp="1"/>
          </p:cNvSpPr>
          <p:nvPr/>
        </p:nvSpPr>
        <p:spPr>
          <a:xfrm>
            <a:off x="895350" y="2438400"/>
            <a:ext cx="5162550" cy="3028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900" b="1">
                <a:solidFill>
                  <a:srgbClr val="EAF7FF"/>
                </a:solidFill>
              </a:defRPr>
            </a:pPr>
            <a:r>
              <a:rPr sz="9900" b="1">
                <a:solidFill>
                  <a:srgbClr val="EAF7FF"/>
                </a:solidFill>
              </a:rPr>
              <a:t>일본어 AI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F2A9A81-2092-40CD-A2C4-61256A235A72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6496762" cy="1066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900" b="1">
                <a:solidFill>
                  <a:srgbClr val="38BDF8"/>
                </a:solidFill>
              </a:defRPr>
            </a:pPr>
            <a:r>
              <a:rPr sz="6900" b="1">
                <a:solidFill>
                  <a:srgbClr val="38BDF8"/>
                </a:solidFill>
              </a:rPr>
              <a:t>학습 플랫폼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10DA1A4-ABFD-456F-B163-C2EE4967BDA0}"/>
              </a:ext>
            </a:extLst>
          </p:cNvPr>
          <p:cNvSpPr>
            <a:spLocks noGrp="1"/>
          </p:cNvSpPr>
          <p:nvPr/>
        </p:nvSpPr>
        <p:spPr>
          <a:xfrm>
            <a:off x="895350" y="7010400"/>
            <a:ext cx="82296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AFC3DE"/>
                </a:solidFill>
              </a:defRPr>
            </a:pPr>
            <a:r>
              <a:rPr sz="2325" b="0">
                <a:solidFill>
                  <a:srgbClr val="AFC3DE"/>
                </a:solidFill>
              </a:rPr>
              <a:t>기초 문자 학습부터 실전 회화까지 이어지는 AI 일본어 학습 웹앱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1E7CCC-ABBF-40D4-B0BA-3B1E61FC0789}"/>
              </a:ext>
            </a:extLst>
          </p:cNvPr>
          <p:cNvSpPr>
            <a:spLocks noGrp="1"/>
          </p:cNvSpPr>
          <p:nvPr/>
        </p:nvSpPr>
        <p:spPr>
          <a:xfrm>
            <a:off x="895350" y="9334500"/>
            <a:ext cx="154495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86EFAC"/>
                </a:solidFill>
              </a:defRPr>
            </a:pPr>
            <a:r>
              <a:rPr sz="1650" b="1">
                <a:solidFill>
                  <a:srgbClr val="86EFAC"/>
                </a:solidFill>
              </a:rPr>
              <a:t>HTML 단일 앱 · Cloud Functions · Vertex AI</a:t>
            </a:r>
          </a:p>
        </p:txBody>
      </p:sp>
    </p:spTree>
    <p:extLst>
      <p:ext uri="{BB962C8B-B14F-4D97-AF65-F5344CB8AC3E}">
        <p14:creationId xmlns:p14="http://schemas.microsoft.com/office/powerpoint/2010/main" val="487325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title">
            <a:extLst>
              <a:ext uri="{FF2B5EF4-FFF2-40B4-BE49-F238E27FC236}">
                <a16:creationId xmlns:a16="http://schemas.microsoft.com/office/drawing/2014/main" id="{3D3D1499-F964-4FD0-B1E3-5535B480C6EF}"/>
              </a:ext>
            </a:extLst>
          </p:cNvPr>
          <p:cNvSpPr>
            <a:spLocks noGrp="1"/>
          </p:cNvSpPr>
          <p:nvPr/>
        </p:nvSpPr>
        <p:spPr>
          <a:xfrm>
            <a:off x="742950" y="514350"/>
            <a:ext cx="155257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왜 만들었나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6119C589-EA50-4355-A83E-FC053FE32B5F}"/>
              </a:ext>
            </a:extLst>
          </p:cNvPr>
          <p:cNvSpPr>
            <a:spLocks noGrp="1"/>
          </p:cNvSpPr>
          <p:nvPr/>
        </p:nvSpPr>
        <p:spPr>
          <a:xfrm>
            <a:off x="742950" y="1162050"/>
            <a:ext cx="54483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기존 일본어 앱은 기초와 실전 사이의 연결이 약했습니다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3BF6A0C-E339-4E73-9C0A-7BC145B767DE}"/>
              </a:ext>
            </a:extLst>
          </p:cNvPr>
          <p:cNvSpPr>
            <a:spLocks noGrp="1"/>
          </p:cNvSpPr>
          <p:nvPr/>
        </p:nvSpPr>
        <p:spPr>
          <a:xfrm>
            <a:off x="16437292" y="914400"/>
            <a:ext cx="1107758" cy="381000"/>
          </a:xfrm>
          <a:prstGeom prst="roundRect">
            <a:avLst>
              <a:gd name="adj" fmla="val 50000"/>
            </a:avLst>
          </a:prstGeom>
          <a:solidFill>
            <a:srgbClr val="FBBF24">
              <a:alpha val="13333"/>
            </a:srgbClr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B65300-5372-4871-A110-0A176FC96483}"/>
              </a:ext>
            </a:extLst>
          </p:cNvPr>
          <p:cNvSpPr>
            <a:spLocks noGrp="1"/>
          </p:cNvSpPr>
          <p:nvPr/>
        </p:nvSpPr>
        <p:spPr>
          <a:xfrm>
            <a:off x="16611600" y="990599"/>
            <a:ext cx="952500" cy="231449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BBF24"/>
                </a:solidFill>
              </a:defRPr>
            </a:pPr>
            <a:r>
              <a:rPr sz="1425" b="1">
                <a:solidFill>
                  <a:srgbClr val="FBBF24"/>
                </a:solidFill>
              </a:rPr>
              <a:t>문제 정의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CFDA32-BD54-4E76-962E-DE7889F51BFD}"/>
              </a:ext>
            </a:extLst>
          </p:cNvPr>
          <p:cNvSpPr>
            <a:spLocks noGrp="1"/>
          </p:cNvSpPr>
          <p:nvPr/>
        </p:nvSpPr>
        <p:spPr>
          <a:xfrm>
            <a:off x="742950" y="1962150"/>
            <a:ext cx="1619250" cy="47625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999BF41-7D27-4781-B92F-8860C45F3994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81343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FBBF24"/>
                </a:solidFill>
              </a:defRPr>
            </a:pPr>
            <a:r>
              <a:rPr sz="2550" b="1">
                <a:solidFill>
                  <a:srgbClr val="FBBF24"/>
                </a:solidFill>
              </a:rPr>
              <a:t>문제 정의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9510AC-0884-4EB2-AAB5-246B0ED83BD3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2476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BBF24"/>
                </a:solidFill>
              </a:defRPr>
            </a:pPr>
            <a:r>
              <a:rPr sz="2250" b="1">
                <a:solidFill>
                  <a:srgbClr val="FBBF24"/>
                </a:solidFill>
              </a:rPr>
              <a:t>•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BFB719-2BF9-437D-99BB-EF2AD35DBEDC}"/>
              </a:ext>
            </a:extLst>
          </p:cNvPr>
          <p:cNvSpPr>
            <a:spLocks noGrp="1"/>
          </p:cNvSpPr>
          <p:nvPr/>
        </p:nvSpPr>
        <p:spPr>
          <a:xfrm>
            <a:off x="1123950" y="5334000"/>
            <a:ext cx="77533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문자표와 단어장은 외우기 중심이라 지속성이 낮음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3032653-EE98-475F-9CDC-5AC1C5886559}"/>
              </a:ext>
            </a:extLst>
          </p:cNvPr>
          <p:cNvSpPr>
            <a:spLocks noGrp="1"/>
          </p:cNvSpPr>
          <p:nvPr/>
        </p:nvSpPr>
        <p:spPr>
          <a:xfrm>
            <a:off x="742950" y="5848350"/>
            <a:ext cx="2476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BBF24"/>
                </a:solidFill>
              </a:defRPr>
            </a:pPr>
            <a:r>
              <a:rPr sz="2250" b="1">
                <a:solidFill>
                  <a:srgbClr val="FBBF24"/>
                </a:solidFill>
              </a:rPr>
              <a:t>•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53FBF7B-FBF7-4278-9C20-43FA092EB160}"/>
              </a:ext>
            </a:extLst>
          </p:cNvPr>
          <p:cNvSpPr>
            <a:spLocks noGrp="1"/>
          </p:cNvSpPr>
          <p:nvPr/>
        </p:nvSpPr>
        <p:spPr>
          <a:xfrm>
            <a:off x="1123950" y="5848350"/>
            <a:ext cx="77533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퀴즈는 맞고 틀림만 알려주고 약점 누적이 부족함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574D15-7273-452C-B075-1098315159B9}"/>
              </a:ext>
            </a:extLst>
          </p:cNvPr>
          <p:cNvSpPr>
            <a:spLocks noGrp="1"/>
          </p:cNvSpPr>
          <p:nvPr/>
        </p:nvSpPr>
        <p:spPr>
          <a:xfrm>
            <a:off x="742950" y="6362700"/>
            <a:ext cx="2476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BBF24"/>
                </a:solidFill>
              </a:defRPr>
            </a:pPr>
            <a:r>
              <a:rPr sz="2250" b="1">
                <a:solidFill>
                  <a:srgbClr val="FBBF24"/>
                </a:solidFill>
              </a:rPr>
              <a:t>•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563386E-262C-4658-ACB2-5F3A30CB38DD}"/>
              </a:ext>
            </a:extLst>
          </p:cNvPr>
          <p:cNvSpPr>
            <a:spLocks noGrp="1"/>
          </p:cNvSpPr>
          <p:nvPr/>
        </p:nvSpPr>
        <p:spPr>
          <a:xfrm>
            <a:off x="1123950" y="6362700"/>
            <a:ext cx="77533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실제 여행·생활 상황에서 말해보는 연습이 제한적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B25595B-C174-4290-B382-4EB4641B51B3}"/>
              </a:ext>
            </a:extLst>
          </p:cNvPr>
          <p:cNvSpPr>
            <a:spLocks noGrp="1"/>
          </p:cNvSpPr>
          <p:nvPr/>
        </p:nvSpPr>
        <p:spPr>
          <a:xfrm>
            <a:off x="9429750" y="4705350"/>
            <a:ext cx="81343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38BDF8"/>
                </a:solidFill>
              </a:defRPr>
            </a:pPr>
            <a:r>
              <a:rPr sz="2550" b="1">
                <a:solidFill>
                  <a:srgbClr val="38BDF8"/>
                </a:solidFill>
              </a:rPr>
              <a:t>AI 활용 방향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61AD59-5E4A-4F8E-97BC-506694AB4DD7}"/>
              </a:ext>
            </a:extLst>
          </p:cNvPr>
          <p:cNvSpPr>
            <a:spLocks noGrp="1"/>
          </p:cNvSpPr>
          <p:nvPr/>
        </p:nvSpPr>
        <p:spPr>
          <a:xfrm>
            <a:off x="9429750" y="5334000"/>
            <a:ext cx="2476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•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321BC4-A2F1-4582-9D28-911950A731CE}"/>
              </a:ext>
            </a:extLst>
          </p:cNvPr>
          <p:cNvSpPr>
            <a:spLocks noGrp="1"/>
          </p:cNvSpPr>
          <p:nvPr/>
        </p:nvSpPr>
        <p:spPr>
          <a:xfrm>
            <a:off x="9810750" y="5334000"/>
            <a:ext cx="77533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학습자의 상황 입력에 맞춰 표현을 즉시 생성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6F3468-8737-4AAF-AF02-974A7C703D10}"/>
              </a:ext>
            </a:extLst>
          </p:cNvPr>
          <p:cNvSpPr>
            <a:spLocks noGrp="1"/>
          </p:cNvSpPr>
          <p:nvPr/>
        </p:nvSpPr>
        <p:spPr>
          <a:xfrm>
            <a:off x="9429750" y="5848350"/>
            <a:ext cx="2476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•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665C013-0CAE-4A1B-9887-0156472A77AE}"/>
              </a:ext>
            </a:extLst>
          </p:cNvPr>
          <p:cNvSpPr>
            <a:spLocks noGrp="1"/>
          </p:cNvSpPr>
          <p:nvPr/>
        </p:nvSpPr>
        <p:spPr>
          <a:xfrm>
            <a:off x="9810750" y="5848350"/>
            <a:ext cx="77533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오답과 취약 문자를 기반으로 복습 흐름 제공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5780662-2070-4D92-A4D4-752E7DF157CB}"/>
              </a:ext>
            </a:extLst>
          </p:cNvPr>
          <p:cNvSpPr>
            <a:spLocks noGrp="1"/>
          </p:cNvSpPr>
          <p:nvPr/>
        </p:nvSpPr>
        <p:spPr>
          <a:xfrm>
            <a:off x="9429750" y="6362700"/>
            <a:ext cx="2476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•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EFAC456-07A2-45D3-AA5B-D5DA3160E497}"/>
              </a:ext>
            </a:extLst>
          </p:cNvPr>
          <p:cNvSpPr>
            <a:spLocks noGrp="1"/>
          </p:cNvSpPr>
          <p:nvPr/>
        </p:nvSpPr>
        <p:spPr>
          <a:xfrm>
            <a:off x="9810750" y="6362700"/>
            <a:ext cx="77533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역할 기반 대화로 실제 일본어 사용 장면을 시뮬레이션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1C5A282-3B58-4876-A6D4-D3C70BDE80A0}"/>
              </a:ext>
            </a:extLst>
          </p:cNvPr>
          <p:cNvSpPr>
            <a:spLocks noGrp="1"/>
          </p:cNvSpPr>
          <p:nvPr/>
        </p:nvSpPr>
        <p:spPr>
          <a:xfrm>
            <a:off x="742950" y="9486900"/>
            <a:ext cx="166497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FF74CAC-9815-48BB-A995-F04435A1E891}"/>
              </a:ext>
            </a:extLst>
          </p:cNvPr>
          <p:cNvSpPr>
            <a:spLocks noGrp="1"/>
          </p:cNvSpPr>
          <p:nvPr/>
        </p:nvSpPr>
        <p:spPr>
          <a:xfrm>
            <a:off x="17392650" y="9391649"/>
            <a:ext cx="408240" cy="400049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1729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-title">
            <a:extLst>
              <a:ext uri="{FF2B5EF4-FFF2-40B4-BE49-F238E27FC236}">
                <a16:creationId xmlns:a16="http://schemas.microsoft.com/office/drawing/2014/main" id="{5072799E-2D26-4B4D-A4D8-3DCE2A97CFCE}"/>
              </a:ext>
            </a:extLst>
          </p:cNvPr>
          <p:cNvSpPr>
            <a:spLocks noGrp="1"/>
          </p:cNvSpPr>
          <p:nvPr/>
        </p:nvSpPr>
        <p:spPr>
          <a:xfrm>
            <a:off x="742950" y="514350"/>
            <a:ext cx="159258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시스템 구조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7266B07-2D18-4C04-9F1F-7E9A23D68CF1}"/>
              </a:ext>
            </a:extLst>
          </p:cNvPr>
          <p:cNvSpPr>
            <a:spLocks noGrp="1"/>
          </p:cNvSpPr>
          <p:nvPr/>
        </p:nvSpPr>
        <p:spPr>
          <a:xfrm>
            <a:off x="742950" y="1162050"/>
            <a:ext cx="7543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브라우저에서 바로 실행되는 단일 HTML 앱에 GCP 기반 AI 호출을 연결했습니다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F8C5544-B681-4953-B9E4-5B8E01300CA4}"/>
              </a:ext>
            </a:extLst>
          </p:cNvPr>
          <p:cNvSpPr>
            <a:spLocks noGrp="1"/>
          </p:cNvSpPr>
          <p:nvPr/>
        </p:nvSpPr>
        <p:spPr>
          <a:xfrm>
            <a:off x="16840200" y="781050"/>
            <a:ext cx="704850" cy="381000"/>
          </a:xfrm>
          <a:prstGeom prst="roundRect">
            <a:avLst>
              <a:gd name="adj" fmla="val 50000"/>
            </a:avLst>
          </a:prstGeom>
          <a:solidFill>
            <a:srgbClr val="86EFAC">
              <a:alpha val="13333"/>
            </a:srgbClr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4FA009A-EC1D-45BA-8BA2-38F5518A2553}"/>
              </a:ext>
            </a:extLst>
          </p:cNvPr>
          <p:cNvSpPr>
            <a:spLocks noGrp="1"/>
          </p:cNvSpPr>
          <p:nvPr/>
        </p:nvSpPr>
        <p:spPr>
          <a:xfrm>
            <a:off x="17011650" y="857250"/>
            <a:ext cx="361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86EFAC"/>
                </a:solidFill>
              </a:defRPr>
            </a:pPr>
            <a:r>
              <a:rPr sz="1425" b="1">
                <a:solidFill>
                  <a:srgbClr val="86EFAC"/>
                </a:solidFill>
              </a:rPr>
              <a:t>구조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C55CF21-1E40-4A4E-98D1-2D9EC6C53DFE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1619250" cy="47625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E902170-0253-4C40-8E27-9B0D93E892E8}"/>
              </a:ext>
            </a:extLst>
          </p:cNvPr>
          <p:cNvSpPr>
            <a:spLocks noGrp="1"/>
          </p:cNvSpPr>
          <p:nvPr/>
        </p:nvSpPr>
        <p:spPr>
          <a:xfrm>
            <a:off x="742950" y="4098608"/>
            <a:ext cx="4902200" cy="1524000"/>
          </a:xfrm>
          <a:prstGeom prst="roundRect">
            <a:avLst>
              <a:gd name="adj" fmla="val 16250"/>
            </a:avLst>
          </a:prstGeom>
          <a:solidFill>
            <a:srgbClr val="10284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A759C70-E159-4D8A-B946-CC9579696B86}"/>
              </a:ext>
            </a:extLst>
          </p:cNvPr>
          <p:cNvSpPr>
            <a:spLocks noGrp="1"/>
          </p:cNvSpPr>
          <p:nvPr/>
        </p:nvSpPr>
        <p:spPr>
          <a:xfrm>
            <a:off x="1009650" y="4533900"/>
            <a:ext cx="43624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F8FBFF"/>
                </a:solidFill>
              </a:defRPr>
            </a:pPr>
            <a:r>
              <a:rPr sz="2400" b="1">
                <a:solidFill>
                  <a:srgbClr val="F8FBFF"/>
                </a:solidFill>
              </a:rPr>
              <a:t>경진대회.html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5B20506-28C7-4A9D-8EB2-19DBCD1E3B62}"/>
              </a:ext>
            </a:extLst>
          </p:cNvPr>
          <p:cNvSpPr>
            <a:spLocks noGrp="1"/>
          </p:cNvSpPr>
          <p:nvPr/>
        </p:nvSpPr>
        <p:spPr>
          <a:xfrm>
            <a:off x="1009650" y="4972050"/>
            <a:ext cx="4362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UI · 퀴즈 · 학습 기록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35A780-AC89-4558-B103-B4E5D4314DC6}"/>
              </a:ext>
            </a:extLst>
          </p:cNvPr>
          <p:cNvSpPr>
            <a:spLocks noGrp="1"/>
          </p:cNvSpPr>
          <p:nvPr/>
        </p:nvSpPr>
        <p:spPr>
          <a:xfrm>
            <a:off x="5734050" y="4095750"/>
            <a:ext cx="857250" cy="63862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4350" b="1">
                <a:solidFill>
                  <a:srgbClr val="38BDF8"/>
                </a:solidFill>
              </a:defRPr>
            </a:pPr>
            <a:r>
              <a:rPr sz="435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2B161F6-A0E2-4124-92BA-A3BAC366F4BB}"/>
              </a:ext>
            </a:extLst>
          </p:cNvPr>
          <p:cNvSpPr>
            <a:spLocks noGrp="1"/>
          </p:cNvSpPr>
          <p:nvPr/>
        </p:nvSpPr>
        <p:spPr>
          <a:xfrm>
            <a:off x="6692900" y="4098608"/>
            <a:ext cx="4902200" cy="1524000"/>
          </a:xfrm>
          <a:prstGeom prst="roundRect">
            <a:avLst>
              <a:gd name="adj" fmla="val 16250"/>
            </a:avLst>
          </a:prstGeom>
          <a:solidFill>
            <a:srgbClr val="10284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B29039-F1FA-42CA-94C9-AAD49317EE58}"/>
              </a:ext>
            </a:extLst>
          </p:cNvPr>
          <p:cNvSpPr>
            <a:spLocks noGrp="1"/>
          </p:cNvSpPr>
          <p:nvPr/>
        </p:nvSpPr>
        <p:spPr>
          <a:xfrm>
            <a:off x="6953250" y="4533900"/>
            <a:ext cx="43624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F8FBFF"/>
                </a:solidFill>
              </a:defRPr>
            </a:pPr>
            <a:r>
              <a:rPr sz="2400" b="1">
                <a:solidFill>
                  <a:srgbClr val="F8FBFF"/>
                </a:solidFill>
              </a:rPr>
              <a:t>Cloud Functions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7C2F713-9553-4686-BEB4-58B5C8BCEB92}"/>
              </a:ext>
            </a:extLst>
          </p:cNvPr>
          <p:cNvSpPr>
            <a:spLocks noGrp="1"/>
          </p:cNvSpPr>
          <p:nvPr/>
        </p:nvSpPr>
        <p:spPr>
          <a:xfrm>
            <a:off x="6953250" y="4972050"/>
            <a:ext cx="4362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API 키 보호 · 응답 정규화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145EEDC-C09B-472D-970C-221C534A1D87}"/>
              </a:ext>
            </a:extLst>
          </p:cNvPr>
          <p:cNvSpPr>
            <a:spLocks noGrp="1"/>
          </p:cNvSpPr>
          <p:nvPr/>
        </p:nvSpPr>
        <p:spPr>
          <a:xfrm>
            <a:off x="11696700" y="4095750"/>
            <a:ext cx="857250" cy="628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4350" b="1">
                <a:solidFill>
                  <a:srgbClr val="86EFAC"/>
                </a:solidFill>
              </a:defRPr>
            </a:pPr>
            <a:r>
              <a:rPr sz="4350" b="1">
                <a:solidFill>
                  <a:srgbClr val="86EFAC"/>
                </a:solidFill>
              </a:rPr>
              <a:t>→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51D25DF-4A20-4679-838D-2BA7269C118B}"/>
              </a:ext>
            </a:extLst>
          </p:cNvPr>
          <p:cNvSpPr>
            <a:spLocks noGrp="1"/>
          </p:cNvSpPr>
          <p:nvPr/>
        </p:nvSpPr>
        <p:spPr>
          <a:xfrm>
            <a:off x="12642850" y="4098608"/>
            <a:ext cx="4902200" cy="1524000"/>
          </a:xfrm>
          <a:prstGeom prst="roundRect">
            <a:avLst>
              <a:gd name="adj" fmla="val 16250"/>
            </a:avLst>
          </a:prstGeom>
          <a:solidFill>
            <a:srgbClr val="10284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6F3B9A1-A3D7-41D1-87C4-6EB7F9E5042A}"/>
              </a:ext>
            </a:extLst>
          </p:cNvPr>
          <p:cNvSpPr>
            <a:spLocks noGrp="1"/>
          </p:cNvSpPr>
          <p:nvPr/>
        </p:nvSpPr>
        <p:spPr>
          <a:xfrm>
            <a:off x="12915900" y="4533900"/>
            <a:ext cx="43624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F8FBFF"/>
                </a:solidFill>
              </a:defRPr>
            </a:pPr>
            <a:r>
              <a:rPr sz="2400" b="1">
                <a:solidFill>
                  <a:srgbClr val="F8FBFF"/>
                </a:solidFill>
              </a:rPr>
              <a:t>Vertex AI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870F08-CC15-40C9-B47B-6200880F19A2}"/>
              </a:ext>
            </a:extLst>
          </p:cNvPr>
          <p:cNvSpPr>
            <a:spLocks noGrp="1"/>
          </p:cNvSpPr>
          <p:nvPr/>
        </p:nvSpPr>
        <p:spPr>
          <a:xfrm>
            <a:off x="12915900" y="4972050"/>
            <a:ext cx="4362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Gemini 기반 표현·대화 생성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7331D66-7ED5-4DB5-B482-0E4A12C678D6}"/>
              </a:ext>
            </a:extLst>
          </p:cNvPr>
          <p:cNvSpPr>
            <a:spLocks noGrp="1"/>
          </p:cNvSpPr>
          <p:nvPr/>
        </p:nvSpPr>
        <p:spPr>
          <a:xfrm>
            <a:off x="742950" y="6248400"/>
            <a:ext cx="40386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rPr sz="3600" b="1">
                <a:solidFill>
                  <a:srgbClr val="38BDF8"/>
                </a:solidFill>
              </a:rPr>
              <a:t>HTML/CSS/JS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FB63393-2C4A-4DA6-A93A-C37B59BC47C5}"/>
              </a:ext>
            </a:extLst>
          </p:cNvPr>
          <p:cNvSpPr>
            <a:spLocks noGrp="1"/>
          </p:cNvSpPr>
          <p:nvPr/>
        </p:nvSpPr>
        <p:spPr>
          <a:xfrm>
            <a:off x="742950" y="6838950"/>
            <a:ext cx="4038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AFC3DE"/>
                </a:solidFill>
              </a:defRPr>
            </a:pPr>
            <a:r>
              <a:rPr sz="1425" b="0">
                <a:solidFill>
                  <a:srgbClr val="AFC3DE"/>
                </a:solidFill>
              </a:rPr>
              <a:t>프론트엔드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63A4B5E-F9E4-474E-AB0E-7187DDBBC6EC}"/>
              </a:ext>
            </a:extLst>
          </p:cNvPr>
          <p:cNvSpPr>
            <a:spLocks noGrp="1"/>
          </p:cNvSpPr>
          <p:nvPr/>
        </p:nvSpPr>
        <p:spPr>
          <a:xfrm>
            <a:off x="5010150" y="6248400"/>
            <a:ext cx="40386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86EFAC"/>
                </a:solidFill>
              </a:defRPr>
            </a:pPr>
            <a:r>
              <a:rPr sz="3600" b="1">
                <a:solidFill>
                  <a:srgbClr val="86EFAC"/>
                </a:solidFill>
              </a:rPr>
              <a:t>localStorage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AF20618-5CC8-4A5E-8BEE-903B097C3BBE}"/>
              </a:ext>
            </a:extLst>
          </p:cNvPr>
          <p:cNvSpPr>
            <a:spLocks noGrp="1"/>
          </p:cNvSpPr>
          <p:nvPr/>
        </p:nvSpPr>
        <p:spPr>
          <a:xfrm>
            <a:off x="5010150" y="6838950"/>
            <a:ext cx="4038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AFC3DE"/>
                </a:solidFill>
              </a:defRPr>
            </a:pPr>
            <a:r>
              <a:rPr sz="1425" b="0">
                <a:solidFill>
                  <a:srgbClr val="AFC3DE"/>
                </a:solidFill>
              </a:rPr>
              <a:t>기록 저장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C7521D9-5C62-4C41-A1E0-E9DFC70F6E53}"/>
              </a:ext>
            </a:extLst>
          </p:cNvPr>
          <p:cNvSpPr>
            <a:spLocks noGrp="1"/>
          </p:cNvSpPr>
          <p:nvPr/>
        </p:nvSpPr>
        <p:spPr>
          <a:xfrm>
            <a:off x="9258300" y="6248400"/>
            <a:ext cx="40386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FBBF24"/>
                </a:solidFill>
              </a:defRPr>
            </a:pPr>
            <a:r>
              <a:rPr sz="3600" b="1">
                <a:solidFill>
                  <a:srgbClr val="FBBF24"/>
                </a:solidFill>
              </a:rPr>
              <a:t>Web Speech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766C722-AD5D-4208-B3BC-CFB05E49D7D0}"/>
              </a:ext>
            </a:extLst>
          </p:cNvPr>
          <p:cNvSpPr>
            <a:spLocks noGrp="1"/>
          </p:cNvSpPr>
          <p:nvPr/>
        </p:nvSpPr>
        <p:spPr>
          <a:xfrm>
            <a:off x="9258300" y="6838950"/>
            <a:ext cx="4038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AFC3DE"/>
                </a:solidFill>
              </a:defRPr>
            </a:pPr>
            <a:r>
              <a:rPr sz="1425" b="0">
                <a:solidFill>
                  <a:srgbClr val="AFC3DE"/>
                </a:solidFill>
              </a:rPr>
              <a:t>발음 재생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B692757-6951-436C-A0E9-6109CAAFFC6F}"/>
              </a:ext>
            </a:extLst>
          </p:cNvPr>
          <p:cNvSpPr>
            <a:spLocks noGrp="1"/>
          </p:cNvSpPr>
          <p:nvPr/>
        </p:nvSpPr>
        <p:spPr>
          <a:xfrm>
            <a:off x="13525500" y="6248400"/>
            <a:ext cx="40386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FB7185"/>
                </a:solidFill>
              </a:defRPr>
            </a:pPr>
            <a:r>
              <a:rPr sz="3600" b="1">
                <a:solidFill>
                  <a:srgbClr val="FB7185"/>
                </a:solidFill>
              </a:rPr>
              <a:t>Vertex AI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7E87F86-B560-4AA5-8C3E-56658ABB29C4}"/>
              </a:ext>
            </a:extLst>
          </p:cNvPr>
          <p:cNvSpPr>
            <a:spLocks noGrp="1"/>
          </p:cNvSpPr>
          <p:nvPr/>
        </p:nvSpPr>
        <p:spPr>
          <a:xfrm>
            <a:off x="13525500" y="6838950"/>
            <a:ext cx="4038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AFC3DE"/>
                </a:solidFill>
              </a:defRPr>
            </a:pPr>
            <a:r>
              <a:rPr sz="1425" b="0">
                <a:solidFill>
                  <a:srgbClr val="AFC3DE"/>
                </a:solidFill>
              </a:rPr>
              <a:t>생성형 AI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29B80B7-4A83-400A-997B-AC9D0AD2063A}"/>
              </a:ext>
            </a:extLst>
          </p:cNvPr>
          <p:cNvSpPr>
            <a:spLocks noGrp="1"/>
          </p:cNvSpPr>
          <p:nvPr/>
        </p:nvSpPr>
        <p:spPr>
          <a:xfrm>
            <a:off x="742950" y="9486900"/>
            <a:ext cx="166497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B546BE9-E0D4-4C4F-AD47-CBE48E189318}"/>
              </a:ext>
            </a:extLst>
          </p:cNvPr>
          <p:cNvSpPr>
            <a:spLocks noGrp="1"/>
          </p:cNvSpPr>
          <p:nvPr/>
        </p:nvSpPr>
        <p:spPr>
          <a:xfrm>
            <a:off x="17392650" y="9391650"/>
            <a:ext cx="476606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7296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B6359549-FF06-4568-9D46-E2932519633D}"/>
              </a:ext>
            </a:extLst>
          </p:cNvPr>
          <p:cNvSpPr>
            <a:spLocks noGrp="1"/>
          </p:cNvSpPr>
          <p:nvPr/>
        </p:nvSpPr>
        <p:spPr>
          <a:xfrm>
            <a:off x="742950" y="514350"/>
            <a:ext cx="155257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기능 1 · 문자표와 발음 재생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4D2B4B2-0BFA-453F-9857-CC56D17B7B11}"/>
              </a:ext>
            </a:extLst>
          </p:cNvPr>
          <p:cNvSpPr>
            <a:spLocks noGrp="1"/>
          </p:cNvSpPr>
          <p:nvPr/>
        </p:nvSpPr>
        <p:spPr>
          <a:xfrm>
            <a:off x="742950" y="1162050"/>
            <a:ext cx="7581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히라가나·가타카나·탁음·요음을 한 화면에서 탐색하고 바로 들어볼 수 있습니다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87FB20C-38F6-4055-BF3A-6D8D2A96ABE2}"/>
              </a:ext>
            </a:extLst>
          </p:cNvPr>
          <p:cNvSpPr>
            <a:spLocks noGrp="1"/>
          </p:cNvSpPr>
          <p:nvPr/>
        </p:nvSpPr>
        <p:spPr>
          <a:xfrm>
            <a:off x="16437292" y="781050"/>
            <a:ext cx="1107758" cy="381000"/>
          </a:xfrm>
          <a:prstGeom prst="roundRect">
            <a:avLst>
              <a:gd name="adj" fmla="val 50000"/>
            </a:avLst>
          </a:prstGeom>
          <a:solidFill>
            <a:srgbClr val="38BDF8">
              <a:alpha val="13333"/>
            </a:srgbClr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F0DB16-02AA-4AF1-9260-B2CDB8F661D6}"/>
              </a:ext>
            </a:extLst>
          </p:cNvPr>
          <p:cNvSpPr>
            <a:spLocks noGrp="1"/>
          </p:cNvSpPr>
          <p:nvPr/>
        </p:nvSpPr>
        <p:spPr>
          <a:xfrm>
            <a:off x="16611600" y="857250"/>
            <a:ext cx="1197836" cy="185337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38BDF8"/>
                </a:solidFill>
              </a:defRPr>
            </a:pPr>
            <a:r>
              <a:rPr sz="1425" b="1">
                <a:solidFill>
                  <a:srgbClr val="38BDF8"/>
                </a:solidFill>
              </a:rPr>
              <a:t>주요 기능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BE72F79-6040-4551-91FE-87E39E7FFBFE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1619250" cy="47625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DD8C839-7CA3-4D11-942E-CAB8619A35FA}"/>
              </a:ext>
            </a:extLst>
          </p:cNvPr>
          <p:cNvSpPr>
            <a:spLocks noGrp="1"/>
          </p:cNvSpPr>
          <p:nvPr/>
        </p:nvSpPr>
        <p:spPr>
          <a:xfrm>
            <a:off x="742950" y="2013585"/>
            <a:ext cx="8846820" cy="7126605"/>
          </a:xfrm>
          <a:prstGeom prst="roundRect">
            <a:avLst>
              <a:gd name="adj" fmla="val 3742"/>
            </a:avLst>
          </a:prstGeom>
          <a:solidFill>
            <a:srgbClr val="0F274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321D2FD-0D77-4BE3-8492-E37C372AE271}"/>
              </a:ext>
            </a:extLst>
          </p:cNvPr>
          <p:cNvSpPr>
            <a:spLocks noGrp="1"/>
          </p:cNvSpPr>
          <p:nvPr/>
        </p:nvSpPr>
        <p:spPr>
          <a:xfrm>
            <a:off x="2838450" y="4991100"/>
            <a:ext cx="46482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스크린샷: 히라가나·가타카나 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AF01434-269F-47FB-B29F-C51178D5ECA6}"/>
              </a:ext>
            </a:extLst>
          </p:cNvPr>
          <p:cNvSpPr>
            <a:spLocks noGrp="1"/>
          </p:cNvSpPr>
          <p:nvPr/>
        </p:nvSpPr>
        <p:spPr>
          <a:xfrm>
            <a:off x="4000500" y="5943600"/>
            <a:ext cx="2324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발표 전 실제 화면 캡처 삽입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F08C09-F201-4C0E-BA7D-EC3B21BCA4E4}"/>
              </a:ext>
            </a:extLst>
          </p:cNvPr>
          <p:cNvSpPr>
            <a:spLocks noGrp="1"/>
          </p:cNvSpPr>
          <p:nvPr/>
        </p:nvSpPr>
        <p:spPr>
          <a:xfrm>
            <a:off x="10001250" y="4895850"/>
            <a:ext cx="2476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•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B9F8E16-A8BB-450A-BA90-DBF68A94FAA6}"/>
              </a:ext>
            </a:extLst>
          </p:cNvPr>
          <p:cNvSpPr>
            <a:spLocks noGrp="1"/>
          </p:cNvSpPr>
          <p:nvPr/>
        </p:nvSpPr>
        <p:spPr>
          <a:xfrm>
            <a:off x="10382250" y="4895850"/>
            <a:ext cx="71628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기본 오십음도, 탁음·반탁음, 요음까지 확장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CE0D23C-A10A-45A7-800B-30A28DBA8995}"/>
              </a:ext>
            </a:extLst>
          </p:cNvPr>
          <p:cNvSpPr>
            <a:spLocks noGrp="1"/>
          </p:cNvSpPr>
          <p:nvPr/>
        </p:nvSpPr>
        <p:spPr>
          <a:xfrm>
            <a:off x="10001250" y="5410200"/>
            <a:ext cx="2476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•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F66BE2B-C1BA-4EB6-9DD4-923220F3AFC4}"/>
              </a:ext>
            </a:extLst>
          </p:cNvPr>
          <p:cNvSpPr>
            <a:spLocks noGrp="1"/>
          </p:cNvSpPr>
          <p:nvPr/>
        </p:nvSpPr>
        <p:spPr>
          <a:xfrm>
            <a:off x="10382250" y="5410200"/>
            <a:ext cx="71628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글자 클릭 시 Web Speech API로 발음 재생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32F6F1-E01C-47F6-8320-A72918706E61}"/>
              </a:ext>
            </a:extLst>
          </p:cNvPr>
          <p:cNvSpPr>
            <a:spLocks noGrp="1"/>
          </p:cNvSpPr>
          <p:nvPr/>
        </p:nvSpPr>
        <p:spPr>
          <a:xfrm>
            <a:off x="10001250" y="5924550"/>
            <a:ext cx="2476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•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FC389C-C1F4-4003-A9F9-8EB78947444F}"/>
              </a:ext>
            </a:extLst>
          </p:cNvPr>
          <p:cNvSpPr>
            <a:spLocks noGrp="1"/>
          </p:cNvSpPr>
          <p:nvPr/>
        </p:nvSpPr>
        <p:spPr>
          <a:xfrm>
            <a:off x="10382250" y="5924550"/>
            <a:ext cx="71628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히라가나와 가타카나 비교표로 모양 차이 확인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CF61DF0-DC08-4F87-8E4C-DABB98570A0D}"/>
              </a:ext>
            </a:extLst>
          </p:cNvPr>
          <p:cNvSpPr>
            <a:spLocks noGrp="1"/>
          </p:cNvSpPr>
          <p:nvPr/>
        </p:nvSpPr>
        <p:spPr>
          <a:xfrm>
            <a:off x="742950" y="9486900"/>
            <a:ext cx="166497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DD897DC-F0BC-4876-96EC-46A75A3FAD1D}"/>
              </a:ext>
            </a:extLst>
          </p:cNvPr>
          <p:cNvSpPr>
            <a:spLocks noGrp="1"/>
          </p:cNvSpPr>
          <p:nvPr/>
        </p:nvSpPr>
        <p:spPr>
          <a:xfrm>
            <a:off x="17392650" y="9391650"/>
            <a:ext cx="416786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30988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AC052521-152D-4C3E-BA04-980FD749DB27}"/>
              </a:ext>
            </a:extLst>
          </p:cNvPr>
          <p:cNvSpPr>
            <a:spLocks noGrp="1"/>
          </p:cNvSpPr>
          <p:nvPr/>
        </p:nvSpPr>
        <p:spPr>
          <a:xfrm>
            <a:off x="742950" y="514350"/>
            <a:ext cx="155257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기능 2 · 퀴즈 시스템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56FDB90-E487-4FD7-82C0-08DF035873E1}"/>
              </a:ext>
            </a:extLst>
          </p:cNvPr>
          <p:cNvSpPr>
            <a:spLocks noGrp="1"/>
          </p:cNvSpPr>
          <p:nvPr/>
        </p:nvSpPr>
        <p:spPr>
          <a:xfrm>
            <a:off x="742950" y="1162050"/>
            <a:ext cx="7143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객관식, 타이핑, AI 맞춤 복습으로 반복 학습을 지루하지 않게 구성했습니다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FA79EA1-8C34-4C8B-B500-6EA109AEBD06}"/>
              </a:ext>
            </a:extLst>
          </p:cNvPr>
          <p:cNvSpPr>
            <a:spLocks noGrp="1"/>
          </p:cNvSpPr>
          <p:nvPr/>
        </p:nvSpPr>
        <p:spPr>
          <a:xfrm>
            <a:off x="16437292" y="781050"/>
            <a:ext cx="1107758" cy="381000"/>
          </a:xfrm>
          <a:prstGeom prst="roundRect">
            <a:avLst>
              <a:gd name="adj" fmla="val 50000"/>
            </a:avLst>
          </a:prstGeom>
          <a:solidFill>
            <a:srgbClr val="86EFAC">
              <a:alpha val="13333"/>
            </a:srgbClr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5617AB0-4EAC-4E87-878D-19078DEEE132}"/>
              </a:ext>
            </a:extLst>
          </p:cNvPr>
          <p:cNvSpPr>
            <a:spLocks noGrp="1"/>
          </p:cNvSpPr>
          <p:nvPr/>
        </p:nvSpPr>
        <p:spPr>
          <a:xfrm>
            <a:off x="16611600" y="857250"/>
            <a:ext cx="1102042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86EFAC"/>
                </a:solidFill>
              </a:defRPr>
            </a:pPr>
            <a:r>
              <a:rPr sz="1425" b="1">
                <a:solidFill>
                  <a:srgbClr val="86EFAC"/>
                </a:solidFill>
              </a:rPr>
              <a:t>주요 기능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30CB2F-1950-4C48-9AC0-696A027486B0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1619250" cy="47625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4E84ACC-E6A0-40BD-BEA5-BD54EE8B57B3}"/>
              </a:ext>
            </a:extLst>
          </p:cNvPr>
          <p:cNvSpPr>
            <a:spLocks noGrp="1"/>
          </p:cNvSpPr>
          <p:nvPr/>
        </p:nvSpPr>
        <p:spPr>
          <a:xfrm>
            <a:off x="742950" y="4895850"/>
            <a:ext cx="2476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86EFAC"/>
                </a:solidFill>
              </a:defRPr>
            </a:pPr>
            <a:r>
              <a:rPr sz="2250" b="1">
                <a:solidFill>
                  <a:srgbClr val="86EFAC"/>
                </a:solidFill>
              </a:rPr>
              <a:t>•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EB679A9-DB6A-4378-814D-04989DFD6DDA}"/>
              </a:ext>
            </a:extLst>
          </p:cNvPr>
          <p:cNvSpPr>
            <a:spLocks noGrp="1"/>
          </p:cNvSpPr>
          <p:nvPr/>
        </p:nvSpPr>
        <p:spPr>
          <a:xfrm>
            <a:off x="1123950" y="4895850"/>
            <a:ext cx="71628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3가지 모드: 객관식 · 타이핑 · AI 맞춤 복습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B1C5FA-C998-4D6E-8DC7-910FA697522C}"/>
              </a:ext>
            </a:extLst>
          </p:cNvPr>
          <p:cNvSpPr>
            <a:spLocks noGrp="1"/>
          </p:cNvSpPr>
          <p:nvPr/>
        </p:nvSpPr>
        <p:spPr>
          <a:xfrm>
            <a:off x="742950" y="5410200"/>
            <a:ext cx="2476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86EFAC"/>
                </a:solidFill>
              </a:defRPr>
            </a:pPr>
            <a:r>
              <a:rPr sz="2250" b="1">
                <a:solidFill>
                  <a:srgbClr val="86EFAC"/>
                </a:solidFill>
              </a:rPr>
              <a:t>•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5B3EB59-E47D-4434-BFED-F905B071E8E0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71628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범위 선택: 기본 히라가나 → 탁음 포함 → 전체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C9CAFD8-661B-4BC4-BB6A-4040CE788707}"/>
              </a:ext>
            </a:extLst>
          </p:cNvPr>
          <p:cNvSpPr>
            <a:spLocks noGrp="1"/>
          </p:cNvSpPr>
          <p:nvPr/>
        </p:nvSpPr>
        <p:spPr>
          <a:xfrm>
            <a:off x="742950" y="5924550"/>
            <a:ext cx="2476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86EFAC"/>
                </a:solidFill>
              </a:defRPr>
            </a:pPr>
            <a:r>
              <a:rPr sz="2250" b="1">
                <a:solidFill>
                  <a:srgbClr val="86EFAC"/>
                </a:solidFill>
              </a:rPr>
              <a:t>•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668B183-3453-4192-862D-E1C3FAFA974C}"/>
              </a:ext>
            </a:extLst>
          </p:cNvPr>
          <p:cNvSpPr>
            <a:spLocks noGrp="1"/>
          </p:cNvSpPr>
          <p:nvPr/>
        </p:nvSpPr>
        <p:spPr>
          <a:xfrm>
            <a:off x="1123950" y="5924550"/>
            <a:ext cx="71628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퀴즈 기록과 오답 로그를 저장해 복습에 활용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CC08E11-824D-43BB-A10D-F8E5D2089AEC}"/>
              </a:ext>
            </a:extLst>
          </p:cNvPr>
          <p:cNvSpPr>
            <a:spLocks noGrp="1"/>
          </p:cNvSpPr>
          <p:nvPr/>
        </p:nvSpPr>
        <p:spPr>
          <a:xfrm>
            <a:off x="8698230" y="2013585"/>
            <a:ext cx="8846820" cy="7126605"/>
          </a:xfrm>
          <a:prstGeom prst="roundRect">
            <a:avLst>
              <a:gd name="adj" fmla="val 3742"/>
            </a:avLst>
          </a:prstGeom>
          <a:solidFill>
            <a:srgbClr val="0F274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F56E57-BD09-4E35-A448-37275230043A}"/>
              </a:ext>
            </a:extLst>
          </p:cNvPr>
          <p:cNvSpPr>
            <a:spLocks noGrp="1"/>
          </p:cNvSpPr>
          <p:nvPr/>
        </p:nvSpPr>
        <p:spPr>
          <a:xfrm>
            <a:off x="11677649" y="4991100"/>
            <a:ext cx="3251853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스크린샷: 퀴즈 화면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8CCBFA-5220-4B94-80F2-D6F0A969C92A}"/>
              </a:ext>
            </a:extLst>
          </p:cNvPr>
          <p:cNvSpPr>
            <a:spLocks noGrp="1"/>
          </p:cNvSpPr>
          <p:nvPr/>
        </p:nvSpPr>
        <p:spPr>
          <a:xfrm>
            <a:off x="11963400" y="5943600"/>
            <a:ext cx="2324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발표 전 실제 화면 캡처 삽입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7688D71-A47C-4781-92E7-F54441D4710C}"/>
              </a:ext>
            </a:extLst>
          </p:cNvPr>
          <p:cNvSpPr>
            <a:spLocks noGrp="1"/>
          </p:cNvSpPr>
          <p:nvPr/>
        </p:nvSpPr>
        <p:spPr>
          <a:xfrm>
            <a:off x="742950" y="9486900"/>
            <a:ext cx="166497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F97FEC0-CA36-4157-8990-C6437014D20C}"/>
              </a:ext>
            </a:extLst>
          </p:cNvPr>
          <p:cNvSpPr>
            <a:spLocks noGrp="1"/>
          </p:cNvSpPr>
          <p:nvPr/>
        </p:nvSpPr>
        <p:spPr>
          <a:xfrm>
            <a:off x="17392649" y="9391650"/>
            <a:ext cx="536427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13538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672B76D4-4B3C-4A12-8602-1B0C5C35615D}"/>
              </a:ext>
            </a:extLst>
          </p:cNvPr>
          <p:cNvSpPr>
            <a:spLocks noGrp="1"/>
          </p:cNvSpPr>
          <p:nvPr/>
        </p:nvSpPr>
        <p:spPr>
          <a:xfrm>
            <a:off x="742950" y="514350"/>
            <a:ext cx="157353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기능 3 · AI 표현 생성기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9BAF36D-387A-453C-887C-44205C3A60E0}"/>
              </a:ext>
            </a:extLst>
          </p:cNvPr>
          <p:cNvSpPr>
            <a:spLocks noGrp="1"/>
          </p:cNvSpPr>
          <p:nvPr/>
        </p:nvSpPr>
        <p:spPr>
          <a:xfrm>
            <a:off x="742950" y="1162050"/>
            <a:ext cx="68961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사용자가 입력한 상황에 맞춰 바로 쓸 수 있는 일본어 표현을 생성합니다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4B8155E-71E7-47C2-AA7F-A83513EB0E2E}"/>
              </a:ext>
            </a:extLst>
          </p:cNvPr>
          <p:cNvSpPr>
            <a:spLocks noGrp="1"/>
          </p:cNvSpPr>
          <p:nvPr/>
        </p:nvSpPr>
        <p:spPr>
          <a:xfrm>
            <a:off x="16641318" y="819150"/>
            <a:ext cx="903732" cy="381000"/>
          </a:xfrm>
          <a:prstGeom prst="roundRect">
            <a:avLst>
              <a:gd name="adj" fmla="val 50000"/>
            </a:avLst>
          </a:prstGeom>
          <a:solidFill>
            <a:srgbClr val="FBBF24">
              <a:alpha val="13333"/>
            </a:srgbClr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518DB7C-6519-46CA-83E2-AFE414F4E28D}"/>
              </a:ext>
            </a:extLst>
          </p:cNvPr>
          <p:cNvSpPr>
            <a:spLocks noGrp="1"/>
          </p:cNvSpPr>
          <p:nvPr/>
        </p:nvSpPr>
        <p:spPr>
          <a:xfrm>
            <a:off x="16821150" y="895350"/>
            <a:ext cx="7429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BBF24"/>
                </a:solidFill>
              </a:defRPr>
            </a:pPr>
            <a:r>
              <a:rPr sz="1425" b="1">
                <a:solidFill>
                  <a:srgbClr val="FBBF24"/>
                </a:solidFill>
              </a:rPr>
              <a:t>AI 기능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69EA267-9288-44B1-A6EC-7C8F669391D7}"/>
              </a:ext>
            </a:extLst>
          </p:cNvPr>
          <p:cNvSpPr>
            <a:spLocks noGrp="1"/>
          </p:cNvSpPr>
          <p:nvPr/>
        </p:nvSpPr>
        <p:spPr>
          <a:xfrm>
            <a:off x="742950" y="1962150"/>
            <a:ext cx="1619250" cy="47625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DE86987-3F85-41A5-90C4-824C192F2AF3}"/>
              </a:ext>
            </a:extLst>
          </p:cNvPr>
          <p:cNvSpPr>
            <a:spLocks noGrp="1"/>
          </p:cNvSpPr>
          <p:nvPr/>
        </p:nvSpPr>
        <p:spPr>
          <a:xfrm>
            <a:off x="742950" y="2276475"/>
            <a:ext cx="8601075" cy="6863715"/>
          </a:xfrm>
          <a:prstGeom prst="roundRect">
            <a:avLst>
              <a:gd name="adj" fmla="val 3886"/>
            </a:avLst>
          </a:prstGeom>
          <a:solidFill>
            <a:srgbClr val="0F274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8E4E287-DF63-4627-959A-8E6ACEE5889F}"/>
              </a:ext>
            </a:extLst>
          </p:cNvPr>
          <p:cNvSpPr>
            <a:spLocks noGrp="1"/>
          </p:cNvSpPr>
          <p:nvPr/>
        </p:nvSpPr>
        <p:spPr>
          <a:xfrm>
            <a:off x="3238500" y="5124450"/>
            <a:ext cx="36195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스크린샷: AI 표현 생성기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0DAD788-F577-47B6-BA10-ACBB89172BFE}"/>
              </a:ext>
            </a:extLst>
          </p:cNvPr>
          <p:cNvSpPr>
            <a:spLocks noGrp="1"/>
          </p:cNvSpPr>
          <p:nvPr/>
        </p:nvSpPr>
        <p:spPr>
          <a:xfrm>
            <a:off x="3886200" y="6076950"/>
            <a:ext cx="2324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발표 전 실제 화면 캡처 삽입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B333591-859B-4AC9-B7FA-50B0035C4C2C}"/>
              </a:ext>
            </a:extLst>
          </p:cNvPr>
          <p:cNvSpPr>
            <a:spLocks noGrp="1"/>
          </p:cNvSpPr>
          <p:nvPr/>
        </p:nvSpPr>
        <p:spPr>
          <a:xfrm>
            <a:off x="9772650" y="4724400"/>
            <a:ext cx="77914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FBBF24"/>
                </a:solidFill>
              </a:defRPr>
            </a:pPr>
            <a:r>
              <a:rPr sz="2400" b="1">
                <a:solidFill>
                  <a:srgbClr val="FBBF24"/>
                </a:solidFill>
              </a:rPr>
              <a:t>예시 흐름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512D70-A0D0-47DC-92B3-A2D0F700443B}"/>
              </a:ext>
            </a:extLst>
          </p:cNvPr>
          <p:cNvSpPr>
            <a:spLocks noGrp="1"/>
          </p:cNvSpPr>
          <p:nvPr/>
        </p:nvSpPr>
        <p:spPr>
          <a:xfrm>
            <a:off x="9772650" y="5314950"/>
            <a:ext cx="2476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BBF24"/>
                </a:solidFill>
              </a:defRPr>
            </a:pPr>
            <a:r>
              <a:rPr sz="2250" b="1">
                <a:solidFill>
                  <a:srgbClr val="FBBF24"/>
                </a:solidFill>
              </a:rPr>
              <a:t>•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B5EC450-A604-4B87-8A02-6DD6092052CB}"/>
              </a:ext>
            </a:extLst>
          </p:cNvPr>
          <p:cNvSpPr>
            <a:spLocks noGrp="1"/>
          </p:cNvSpPr>
          <p:nvPr/>
        </p:nvSpPr>
        <p:spPr>
          <a:xfrm>
            <a:off x="10153650" y="5314950"/>
            <a:ext cx="74104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상황 입력: 편의점, 식당, 길 찾기 등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1686C4F-3DD1-4753-8B7C-EB1A250FD83B}"/>
              </a:ext>
            </a:extLst>
          </p:cNvPr>
          <p:cNvSpPr>
            <a:spLocks noGrp="1"/>
          </p:cNvSpPr>
          <p:nvPr/>
        </p:nvSpPr>
        <p:spPr>
          <a:xfrm>
            <a:off x="9772650" y="5829300"/>
            <a:ext cx="2476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BBF24"/>
                </a:solidFill>
              </a:defRPr>
            </a:pPr>
            <a:r>
              <a:rPr sz="2250" b="1">
                <a:solidFill>
                  <a:srgbClr val="FBBF24"/>
                </a:solidFill>
              </a:rPr>
              <a:t>•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41D577-C573-459A-9E00-41292C03A121}"/>
              </a:ext>
            </a:extLst>
          </p:cNvPr>
          <p:cNvSpPr>
            <a:spLocks noGrp="1"/>
          </p:cNvSpPr>
          <p:nvPr/>
        </p:nvSpPr>
        <p:spPr>
          <a:xfrm>
            <a:off x="10153650" y="5829300"/>
            <a:ext cx="74104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일본어 표현 · 히라가나 독음 · 한국어 뜻 제공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971472-E1E4-4EE5-89E5-12EDAB484B7B}"/>
              </a:ext>
            </a:extLst>
          </p:cNvPr>
          <p:cNvSpPr>
            <a:spLocks noGrp="1"/>
          </p:cNvSpPr>
          <p:nvPr/>
        </p:nvSpPr>
        <p:spPr>
          <a:xfrm>
            <a:off x="9772650" y="6343650"/>
            <a:ext cx="2476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BBF24"/>
                </a:solidFill>
              </a:defRPr>
            </a:pPr>
            <a:r>
              <a:rPr sz="2250" b="1">
                <a:solidFill>
                  <a:srgbClr val="FBBF24"/>
                </a:solidFill>
              </a:rPr>
              <a:t>•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97E7D5F-A79E-4CC9-90A1-0A3033F7EE95}"/>
              </a:ext>
            </a:extLst>
          </p:cNvPr>
          <p:cNvSpPr>
            <a:spLocks noGrp="1"/>
          </p:cNvSpPr>
          <p:nvPr/>
        </p:nvSpPr>
        <p:spPr>
          <a:xfrm>
            <a:off x="10153650" y="6343650"/>
            <a:ext cx="74104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AI 실패 시 오프라인 상황 DB로 기본 표현 제공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75A79D-A20F-48DD-BEC2-558195199066}"/>
              </a:ext>
            </a:extLst>
          </p:cNvPr>
          <p:cNvSpPr>
            <a:spLocks noGrp="1"/>
          </p:cNvSpPr>
          <p:nvPr/>
        </p:nvSpPr>
        <p:spPr>
          <a:xfrm>
            <a:off x="742950" y="9486900"/>
            <a:ext cx="166497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DBE3465-0DB3-4085-AC32-2F00121DA641}"/>
              </a:ext>
            </a:extLst>
          </p:cNvPr>
          <p:cNvSpPr>
            <a:spLocks noGrp="1"/>
          </p:cNvSpPr>
          <p:nvPr/>
        </p:nvSpPr>
        <p:spPr>
          <a:xfrm>
            <a:off x="17392650" y="9391650"/>
            <a:ext cx="391148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04615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8985B6BC-1948-44D1-A670-72786775B418}"/>
              </a:ext>
            </a:extLst>
          </p:cNvPr>
          <p:cNvSpPr>
            <a:spLocks noGrp="1"/>
          </p:cNvSpPr>
          <p:nvPr/>
        </p:nvSpPr>
        <p:spPr>
          <a:xfrm>
            <a:off x="742950" y="514350"/>
            <a:ext cx="157353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기능 4 · AI 대화 시뮬레이터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8E151A1-FC40-4FE2-B686-29546CC4D8ED}"/>
              </a:ext>
            </a:extLst>
          </p:cNvPr>
          <p:cNvSpPr>
            <a:spLocks noGrp="1"/>
          </p:cNvSpPr>
          <p:nvPr/>
        </p:nvSpPr>
        <p:spPr>
          <a:xfrm>
            <a:off x="742950" y="1162050"/>
            <a:ext cx="59436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식당·호텔·공항 등 실제 역할 상황에서 AI와 짧게 주고받습니다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FBAFF53-000F-41A6-85E8-87113F09A03D}"/>
              </a:ext>
            </a:extLst>
          </p:cNvPr>
          <p:cNvSpPr>
            <a:spLocks noGrp="1"/>
          </p:cNvSpPr>
          <p:nvPr/>
        </p:nvSpPr>
        <p:spPr>
          <a:xfrm>
            <a:off x="16641318" y="819150"/>
            <a:ext cx="903732" cy="342900"/>
          </a:xfrm>
          <a:prstGeom prst="roundRect">
            <a:avLst>
              <a:gd name="adj" fmla="val 50000"/>
            </a:avLst>
          </a:prstGeom>
          <a:solidFill>
            <a:srgbClr val="FB7185">
              <a:alpha val="13333"/>
            </a:srgbClr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4F0A570-C13A-42B5-AB63-9A1205C6DB41}"/>
              </a:ext>
            </a:extLst>
          </p:cNvPr>
          <p:cNvSpPr>
            <a:spLocks noGrp="1"/>
          </p:cNvSpPr>
          <p:nvPr/>
        </p:nvSpPr>
        <p:spPr>
          <a:xfrm>
            <a:off x="16821150" y="895350"/>
            <a:ext cx="886968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B7185"/>
                </a:solidFill>
              </a:defRPr>
            </a:pPr>
            <a:r>
              <a:rPr sz="1425" b="1">
                <a:solidFill>
                  <a:srgbClr val="FB7185"/>
                </a:solidFill>
              </a:rPr>
              <a:t>AI 기능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BA8C575-83A4-42D7-A77C-F857B02DA795}"/>
              </a:ext>
            </a:extLst>
          </p:cNvPr>
          <p:cNvSpPr>
            <a:spLocks noGrp="1"/>
          </p:cNvSpPr>
          <p:nvPr/>
        </p:nvSpPr>
        <p:spPr>
          <a:xfrm>
            <a:off x="742950" y="1962150"/>
            <a:ext cx="1619250" cy="47625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413570C-1BF6-409E-8702-D00B2684CF9A}"/>
              </a:ext>
            </a:extLst>
          </p:cNvPr>
          <p:cNvSpPr>
            <a:spLocks noGrp="1"/>
          </p:cNvSpPr>
          <p:nvPr/>
        </p:nvSpPr>
        <p:spPr>
          <a:xfrm>
            <a:off x="742950" y="5029200"/>
            <a:ext cx="2476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B7185"/>
                </a:solidFill>
              </a:defRPr>
            </a:pPr>
            <a:r>
              <a:rPr sz="2250" b="1">
                <a:solidFill>
                  <a:srgbClr val="FB7185"/>
                </a:solidFill>
              </a:rPr>
              <a:t>•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532342-7BC3-4F19-A408-003E1BE38B53}"/>
              </a:ext>
            </a:extLst>
          </p:cNvPr>
          <p:cNvSpPr>
            <a:spLocks noGrp="1"/>
          </p:cNvSpPr>
          <p:nvPr/>
        </p:nvSpPr>
        <p:spPr>
          <a:xfrm>
            <a:off x="1123950" y="5029200"/>
            <a:ext cx="71628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8가지 상황 카드로 대화 맥락 선택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A8FAF89-3C91-4145-B6F1-CAFE4C967FED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2476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B7185"/>
                </a:solidFill>
              </a:defRPr>
            </a:pPr>
            <a:r>
              <a:rPr sz="2250" b="1">
                <a:solidFill>
                  <a:srgbClr val="FB7185"/>
                </a:solidFill>
              </a:rPr>
              <a:t>•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9D63502-32B2-4083-95CE-5BA1B7DF7505}"/>
              </a:ext>
            </a:extLst>
          </p:cNvPr>
          <p:cNvSpPr>
            <a:spLocks noGrp="1"/>
          </p:cNvSpPr>
          <p:nvPr/>
        </p:nvSpPr>
        <p:spPr>
          <a:xfrm>
            <a:off x="1123950" y="5543550"/>
            <a:ext cx="71628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일본어 답변, 히라가나 독음, 한국어 해석 동시 표시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B177709-CBED-4F05-974D-7D17CE978E4F}"/>
              </a:ext>
            </a:extLst>
          </p:cNvPr>
          <p:cNvSpPr>
            <a:spLocks noGrp="1"/>
          </p:cNvSpPr>
          <p:nvPr/>
        </p:nvSpPr>
        <p:spPr>
          <a:xfrm>
            <a:off x="742950" y="6057900"/>
            <a:ext cx="2476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B7185"/>
                </a:solidFill>
              </a:defRPr>
            </a:pPr>
            <a:r>
              <a:rPr sz="2250" b="1">
                <a:solidFill>
                  <a:srgbClr val="FB7185"/>
                </a:solidFill>
              </a:rPr>
              <a:t>•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A4EB512-CD41-431D-B220-02A3C115CD68}"/>
              </a:ext>
            </a:extLst>
          </p:cNvPr>
          <p:cNvSpPr>
            <a:spLocks noGrp="1"/>
          </p:cNvSpPr>
          <p:nvPr/>
        </p:nvSpPr>
        <p:spPr>
          <a:xfrm>
            <a:off x="1123950" y="6057900"/>
            <a:ext cx="71628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F8FBFF"/>
                </a:solidFill>
              </a:defRPr>
            </a:pPr>
            <a:r>
              <a:rPr sz="2100" b="0">
                <a:solidFill>
                  <a:srgbClr val="F8FBFF"/>
                </a:solidFill>
              </a:rPr>
              <a:t>힌트 버튼으로 다음 말하기 예시 제공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00C9A62-1073-425F-85E5-F0ED40023A35}"/>
              </a:ext>
            </a:extLst>
          </p:cNvPr>
          <p:cNvSpPr>
            <a:spLocks noGrp="1"/>
          </p:cNvSpPr>
          <p:nvPr/>
        </p:nvSpPr>
        <p:spPr>
          <a:xfrm>
            <a:off x="8698230" y="2276475"/>
            <a:ext cx="8846820" cy="6863715"/>
          </a:xfrm>
          <a:prstGeom prst="roundRect">
            <a:avLst>
              <a:gd name="adj" fmla="val 3886"/>
            </a:avLst>
          </a:prstGeom>
          <a:solidFill>
            <a:srgbClr val="0F274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060CF5-73B0-46B9-BBEE-27ED2B25AF73}"/>
              </a:ext>
            </a:extLst>
          </p:cNvPr>
          <p:cNvSpPr>
            <a:spLocks noGrp="1"/>
          </p:cNvSpPr>
          <p:nvPr/>
        </p:nvSpPr>
        <p:spPr>
          <a:xfrm>
            <a:off x="10991850" y="5124450"/>
            <a:ext cx="42672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스크린샷: AI 대화 시뮬레이터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E879C37-D248-4CD3-BF10-DF32DB3512AD}"/>
              </a:ext>
            </a:extLst>
          </p:cNvPr>
          <p:cNvSpPr>
            <a:spLocks noGrp="1"/>
          </p:cNvSpPr>
          <p:nvPr/>
        </p:nvSpPr>
        <p:spPr>
          <a:xfrm>
            <a:off x="11963400" y="6076950"/>
            <a:ext cx="2324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발표 전 실제 화면 캡처 삽입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55E9F67-0155-4208-BC46-8E39ACB37556}"/>
              </a:ext>
            </a:extLst>
          </p:cNvPr>
          <p:cNvSpPr>
            <a:spLocks noGrp="1"/>
          </p:cNvSpPr>
          <p:nvPr/>
        </p:nvSpPr>
        <p:spPr>
          <a:xfrm>
            <a:off x="742950" y="9486900"/>
            <a:ext cx="166497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41613CE-6BA5-4671-A3AC-815F9BDBE9BD}"/>
              </a:ext>
            </a:extLst>
          </p:cNvPr>
          <p:cNvSpPr>
            <a:spLocks noGrp="1"/>
          </p:cNvSpPr>
          <p:nvPr/>
        </p:nvSpPr>
        <p:spPr>
          <a:xfrm>
            <a:off x="17392649" y="9391650"/>
            <a:ext cx="510789" cy="367647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78337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title">
            <a:extLst>
              <a:ext uri="{FF2B5EF4-FFF2-40B4-BE49-F238E27FC236}">
                <a16:creationId xmlns:a16="http://schemas.microsoft.com/office/drawing/2014/main" id="{A1E56BEB-82ED-4620-91A7-352EF7053FDD}"/>
              </a:ext>
            </a:extLst>
          </p:cNvPr>
          <p:cNvSpPr>
            <a:spLocks noGrp="1"/>
          </p:cNvSpPr>
          <p:nvPr/>
        </p:nvSpPr>
        <p:spPr>
          <a:xfrm>
            <a:off x="742950" y="514350"/>
            <a:ext cx="155257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학습 커리큘럼과 통계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A055508-6EFB-4291-A3B3-42CE4C33712A}"/>
              </a:ext>
            </a:extLst>
          </p:cNvPr>
          <p:cNvSpPr>
            <a:spLocks noGrp="1"/>
          </p:cNvSpPr>
          <p:nvPr/>
        </p:nvSpPr>
        <p:spPr>
          <a:xfrm>
            <a:off x="742950" y="1162050"/>
            <a:ext cx="63436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36단원 진행률과 XP/레벨 시스템으로 학습 지속성을 만들었습니다.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1B2AADC-824C-41B0-9396-A2F9CFBEDD37}"/>
              </a:ext>
            </a:extLst>
          </p:cNvPr>
          <p:cNvSpPr>
            <a:spLocks noGrp="1"/>
          </p:cNvSpPr>
          <p:nvPr/>
        </p:nvSpPr>
        <p:spPr>
          <a:xfrm>
            <a:off x="16437292" y="914400"/>
            <a:ext cx="1107758" cy="381000"/>
          </a:xfrm>
          <a:prstGeom prst="roundRect">
            <a:avLst>
              <a:gd name="adj" fmla="val 50000"/>
            </a:avLst>
          </a:prstGeom>
          <a:solidFill>
            <a:srgbClr val="38BDF8">
              <a:alpha val="13333"/>
            </a:srgbClr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0B5D513-A0F6-4C82-844A-B9696E60AF9C}"/>
              </a:ext>
            </a:extLst>
          </p:cNvPr>
          <p:cNvSpPr>
            <a:spLocks noGrp="1"/>
          </p:cNvSpPr>
          <p:nvPr/>
        </p:nvSpPr>
        <p:spPr>
          <a:xfrm>
            <a:off x="16611600" y="990600"/>
            <a:ext cx="9525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38BDF8"/>
                </a:solidFill>
              </a:defRPr>
            </a:pPr>
            <a:r>
              <a:rPr sz="1425" b="1">
                <a:solidFill>
                  <a:srgbClr val="38BDF8"/>
                </a:solidFill>
              </a:rPr>
              <a:t>학습 설계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85128F-3F86-48DC-89FC-C3332A93593F}"/>
              </a:ext>
            </a:extLst>
          </p:cNvPr>
          <p:cNvSpPr>
            <a:spLocks noGrp="1"/>
          </p:cNvSpPr>
          <p:nvPr/>
        </p:nvSpPr>
        <p:spPr>
          <a:xfrm>
            <a:off x="742950" y="1962150"/>
            <a:ext cx="1619250" cy="47625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9E0B7ED-8F23-4C5B-B6C5-CE9D47C430FD}"/>
              </a:ext>
            </a:extLst>
          </p:cNvPr>
          <p:cNvSpPr>
            <a:spLocks noGrp="1"/>
          </p:cNvSpPr>
          <p:nvPr/>
        </p:nvSpPr>
        <p:spPr>
          <a:xfrm>
            <a:off x="742950" y="2276475"/>
            <a:ext cx="8601075" cy="6863715"/>
          </a:xfrm>
          <a:prstGeom prst="roundRect">
            <a:avLst>
              <a:gd name="adj" fmla="val 3886"/>
            </a:avLst>
          </a:prstGeom>
          <a:solidFill>
            <a:srgbClr val="0F274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25796D8-044B-481D-8DEF-4D9EAC479790}"/>
              </a:ext>
            </a:extLst>
          </p:cNvPr>
          <p:cNvSpPr>
            <a:spLocks noGrp="1"/>
          </p:cNvSpPr>
          <p:nvPr/>
        </p:nvSpPr>
        <p:spPr>
          <a:xfrm>
            <a:off x="2876550" y="5124450"/>
            <a:ext cx="43434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스크린샷: 커리큘럼·통계 화면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149226-7B53-41DC-BF7B-86B58BD93841}"/>
              </a:ext>
            </a:extLst>
          </p:cNvPr>
          <p:cNvSpPr>
            <a:spLocks noGrp="1"/>
          </p:cNvSpPr>
          <p:nvPr/>
        </p:nvSpPr>
        <p:spPr>
          <a:xfrm>
            <a:off x="3886200" y="6076950"/>
            <a:ext cx="2324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AFC3DE"/>
                </a:solidFill>
              </a:defRPr>
            </a:pPr>
            <a:r>
              <a:rPr sz="1500" b="0">
                <a:solidFill>
                  <a:srgbClr val="AFC3DE"/>
                </a:solidFill>
              </a:rPr>
              <a:t>발표 전 실제 화면 캡처 삽입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9BA0847-5075-46DA-B364-3FAF320759D3}"/>
              </a:ext>
            </a:extLst>
          </p:cNvPr>
          <p:cNvSpPr>
            <a:spLocks noGrp="1"/>
          </p:cNvSpPr>
          <p:nvPr/>
        </p:nvSpPr>
        <p:spPr>
          <a:xfrm>
            <a:off x="9772650" y="4495800"/>
            <a:ext cx="37719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rPr sz="3600" b="1">
                <a:solidFill>
                  <a:srgbClr val="38BDF8"/>
                </a:solidFill>
              </a:rPr>
              <a:t>36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46FC32B-6A52-496A-9719-2AC053064353}"/>
              </a:ext>
            </a:extLst>
          </p:cNvPr>
          <p:cNvSpPr>
            <a:spLocks noGrp="1"/>
          </p:cNvSpPr>
          <p:nvPr/>
        </p:nvSpPr>
        <p:spPr>
          <a:xfrm>
            <a:off x="9772650" y="5086350"/>
            <a:ext cx="3771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AFC3DE"/>
                </a:solidFill>
              </a:defRPr>
            </a:pPr>
            <a:r>
              <a:rPr sz="1425" b="0">
                <a:solidFill>
                  <a:srgbClr val="AFC3DE"/>
                </a:solidFill>
              </a:rPr>
              <a:t>단원 커리큘럼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70D7C1-22B8-42FF-88FA-1CEFC01DC9D4}"/>
              </a:ext>
            </a:extLst>
          </p:cNvPr>
          <p:cNvSpPr>
            <a:spLocks noGrp="1"/>
          </p:cNvSpPr>
          <p:nvPr/>
        </p:nvSpPr>
        <p:spPr>
          <a:xfrm>
            <a:off x="13773150" y="4495800"/>
            <a:ext cx="37719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86EFAC"/>
                </a:solidFill>
              </a:defRPr>
            </a:pPr>
            <a:r>
              <a:rPr sz="3600" b="1">
                <a:solidFill>
                  <a:srgbClr val="86EFAC"/>
                </a:solidFill>
              </a:rPr>
              <a:t>XP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D46600-3F27-4C15-82A5-ADEA6A63723C}"/>
              </a:ext>
            </a:extLst>
          </p:cNvPr>
          <p:cNvSpPr>
            <a:spLocks noGrp="1"/>
          </p:cNvSpPr>
          <p:nvPr/>
        </p:nvSpPr>
        <p:spPr>
          <a:xfrm>
            <a:off x="13773150" y="5086350"/>
            <a:ext cx="3771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AFC3DE"/>
                </a:solidFill>
              </a:defRPr>
            </a:pPr>
            <a:r>
              <a:rPr sz="1425" b="0">
                <a:solidFill>
                  <a:srgbClr val="AFC3DE"/>
                </a:solidFill>
              </a:rPr>
              <a:t>학습 보상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47D623-2CF5-4D6B-B735-C0F76A2BF047}"/>
              </a:ext>
            </a:extLst>
          </p:cNvPr>
          <p:cNvSpPr>
            <a:spLocks noGrp="1"/>
          </p:cNvSpPr>
          <p:nvPr/>
        </p:nvSpPr>
        <p:spPr>
          <a:xfrm>
            <a:off x="9772650" y="5562600"/>
            <a:ext cx="37719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FBBF24"/>
                </a:solidFill>
              </a:defRPr>
            </a:pPr>
            <a:r>
              <a:rPr sz="3600" b="1">
                <a:solidFill>
                  <a:srgbClr val="FBBF24"/>
                </a:solidFill>
              </a:rPr>
              <a:t>Lv.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E527BFF-1D86-488A-AAD1-0BA87AB04372}"/>
              </a:ext>
            </a:extLst>
          </p:cNvPr>
          <p:cNvSpPr>
            <a:spLocks noGrp="1"/>
          </p:cNvSpPr>
          <p:nvPr/>
        </p:nvSpPr>
        <p:spPr>
          <a:xfrm>
            <a:off x="9772650" y="6134100"/>
            <a:ext cx="3771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AFC3DE"/>
                </a:solidFill>
              </a:defRPr>
            </a:pPr>
            <a:r>
              <a:rPr sz="1425" b="0">
                <a:solidFill>
                  <a:srgbClr val="AFC3DE"/>
                </a:solidFill>
              </a:rPr>
              <a:t>레벨 성장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ACD4C5D-E6E2-46AD-8A86-F325B381FEE8}"/>
              </a:ext>
            </a:extLst>
          </p:cNvPr>
          <p:cNvSpPr>
            <a:spLocks noGrp="1"/>
          </p:cNvSpPr>
          <p:nvPr/>
        </p:nvSpPr>
        <p:spPr>
          <a:xfrm>
            <a:off x="13773150" y="5562600"/>
            <a:ext cx="37719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FB7185"/>
                </a:solidFill>
              </a:defRPr>
            </a:pPr>
            <a:r>
              <a:rPr sz="3600" b="1">
                <a:solidFill>
                  <a:srgbClr val="FB7185"/>
                </a:solidFill>
              </a:rPr>
              <a:t>TOP 5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0834759-FD48-46A7-B1C6-E33DF307CC67}"/>
              </a:ext>
            </a:extLst>
          </p:cNvPr>
          <p:cNvSpPr>
            <a:spLocks noGrp="1"/>
          </p:cNvSpPr>
          <p:nvPr/>
        </p:nvSpPr>
        <p:spPr>
          <a:xfrm>
            <a:off x="13773150" y="6134100"/>
            <a:ext cx="3771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AFC3DE"/>
                </a:solidFill>
              </a:defRPr>
            </a:pPr>
            <a:r>
              <a:rPr sz="1425" b="0">
                <a:solidFill>
                  <a:srgbClr val="AFC3DE"/>
                </a:solidFill>
              </a:rPr>
              <a:t>약점 분석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2B094EC-3E28-445C-97D3-764A654A6DD8}"/>
              </a:ext>
            </a:extLst>
          </p:cNvPr>
          <p:cNvSpPr>
            <a:spLocks noGrp="1"/>
          </p:cNvSpPr>
          <p:nvPr/>
        </p:nvSpPr>
        <p:spPr>
          <a:xfrm>
            <a:off x="9772650" y="6629400"/>
            <a:ext cx="7791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AFC3DE"/>
                </a:solidFill>
              </a:defRPr>
            </a:pPr>
            <a:r>
              <a:rPr sz="1875" b="0">
                <a:solidFill>
                  <a:srgbClr val="AFC3DE"/>
                </a:solidFill>
              </a:rPr>
              <a:t>단순 암기 앱보다 ‘오늘 어디까지 했는지’가 보이도록 설계했습니다.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8FFED43-FBD4-4C29-B050-C1708E666E2E}"/>
              </a:ext>
            </a:extLst>
          </p:cNvPr>
          <p:cNvSpPr>
            <a:spLocks noGrp="1"/>
          </p:cNvSpPr>
          <p:nvPr/>
        </p:nvSpPr>
        <p:spPr>
          <a:xfrm>
            <a:off x="742950" y="9486900"/>
            <a:ext cx="166497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92303F1-0321-4148-AFF7-6C9F206AB92E}"/>
              </a:ext>
            </a:extLst>
          </p:cNvPr>
          <p:cNvSpPr>
            <a:spLocks noGrp="1"/>
          </p:cNvSpPr>
          <p:nvPr/>
        </p:nvSpPr>
        <p:spPr>
          <a:xfrm>
            <a:off x="17392649" y="9391649"/>
            <a:ext cx="339873" cy="39328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96658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title">
            <a:extLst>
              <a:ext uri="{FF2B5EF4-FFF2-40B4-BE49-F238E27FC236}">
                <a16:creationId xmlns:a16="http://schemas.microsoft.com/office/drawing/2014/main" id="{CD03C78B-3E5B-4E18-84E0-CA6E378E580C}"/>
              </a:ext>
            </a:extLst>
          </p:cNvPr>
          <p:cNvSpPr>
            <a:spLocks noGrp="1"/>
          </p:cNvSpPr>
          <p:nvPr/>
        </p:nvSpPr>
        <p:spPr>
          <a:xfrm>
            <a:off x="742950" y="514350"/>
            <a:ext cx="155257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개발 과정에서 해결한 문제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B17A864-449F-499A-8392-54CFCFECB966}"/>
              </a:ext>
            </a:extLst>
          </p:cNvPr>
          <p:cNvSpPr>
            <a:spLocks noGrp="1"/>
          </p:cNvSpPr>
          <p:nvPr/>
        </p:nvSpPr>
        <p:spPr>
          <a:xfrm>
            <a:off x="742950" y="1162050"/>
            <a:ext cx="87820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앱 자체뿐 아니라 개발 과정에서도 Codex·Claude 같은 생성형 AI를 협업 도구로 활용했습니다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069F1BC-D20A-4AAD-A127-5E5B595B24F4}"/>
              </a:ext>
            </a:extLst>
          </p:cNvPr>
          <p:cNvSpPr>
            <a:spLocks noGrp="1"/>
          </p:cNvSpPr>
          <p:nvPr/>
        </p:nvSpPr>
        <p:spPr>
          <a:xfrm>
            <a:off x="16437292" y="781050"/>
            <a:ext cx="1107758" cy="381000"/>
          </a:xfrm>
          <a:prstGeom prst="roundRect">
            <a:avLst>
              <a:gd name="adj" fmla="val 50000"/>
            </a:avLst>
          </a:prstGeom>
          <a:solidFill>
            <a:srgbClr val="86EFAC">
              <a:alpha val="13333"/>
            </a:srgbClr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02345A-F34C-4F8B-819C-B2B17B97D08C}"/>
              </a:ext>
            </a:extLst>
          </p:cNvPr>
          <p:cNvSpPr>
            <a:spLocks noGrp="1"/>
          </p:cNvSpPr>
          <p:nvPr/>
        </p:nvSpPr>
        <p:spPr>
          <a:xfrm>
            <a:off x="16611600" y="857250"/>
            <a:ext cx="933450" cy="21097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86EFAC"/>
                </a:solidFill>
              </a:defRPr>
            </a:pPr>
            <a:r>
              <a:rPr sz="1425" b="1">
                <a:solidFill>
                  <a:srgbClr val="86EFAC"/>
                </a:solidFill>
              </a:rPr>
              <a:t>개발 과정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EA2440-1168-408D-B760-C8BD86DA9045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1619250" cy="47625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457C1CC-1768-4559-A399-75F953DBFA63}"/>
              </a:ext>
            </a:extLst>
          </p:cNvPr>
          <p:cNvSpPr>
            <a:spLocks noGrp="1"/>
          </p:cNvSpPr>
          <p:nvPr/>
        </p:nvSpPr>
        <p:spPr>
          <a:xfrm>
            <a:off x="742950" y="2013585"/>
            <a:ext cx="4043363" cy="7126605"/>
          </a:xfrm>
          <a:prstGeom prst="roundRect">
            <a:avLst>
              <a:gd name="adj" fmla="val 6125"/>
            </a:avLst>
          </a:prstGeom>
          <a:solidFill>
            <a:srgbClr val="10284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20497B3-3A7D-4F04-93F3-F03C596790A2}"/>
              </a:ext>
            </a:extLst>
          </p:cNvPr>
          <p:cNvSpPr>
            <a:spLocks noGrp="1"/>
          </p:cNvSpPr>
          <p:nvPr/>
        </p:nvSpPr>
        <p:spPr>
          <a:xfrm>
            <a:off x="1028700" y="2305050"/>
            <a:ext cx="34671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38BDF8"/>
                </a:solidFill>
              </a:defRPr>
            </a:pPr>
            <a:r>
              <a:rPr sz="2100" b="1">
                <a:solidFill>
                  <a:srgbClr val="38BDF8"/>
                </a:solidFill>
              </a:rPr>
              <a:t>생성형 AI 협업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C410FBC-4D07-48BD-9DA5-FDBBD5ADE3F8}"/>
              </a:ext>
            </a:extLst>
          </p:cNvPr>
          <p:cNvSpPr>
            <a:spLocks noGrp="1"/>
          </p:cNvSpPr>
          <p:nvPr/>
        </p:nvSpPr>
        <p:spPr>
          <a:xfrm>
            <a:off x="1028700" y="2800350"/>
            <a:ext cx="34671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F8FBFF"/>
                </a:solidFill>
              </a:defRPr>
            </a:pPr>
            <a:r>
              <a:rPr sz="1575" b="0">
                <a:solidFill>
                  <a:srgbClr val="F8FBFF"/>
                </a:solidFill>
              </a:rPr>
              <a:t>Codex와 Claude를 활용해 코드 구조 점검, 오류 원인 분석, 발표 자료 구성을 함께 진행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EEE9332-2707-44CA-9112-C890B15DA7FF}"/>
              </a:ext>
            </a:extLst>
          </p:cNvPr>
          <p:cNvSpPr>
            <a:spLocks noGrp="1"/>
          </p:cNvSpPr>
          <p:nvPr/>
        </p:nvSpPr>
        <p:spPr>
          <a:xfrm>
            <a:off x="4995863" y="2013585"/>
            <a:ext cx="4043363" cy="7126605"/>
          </a:xfrm>
          <a:prstGeom prst="roundRect">
            <a:avLst>
              <a:gd name="adj" fmla="val 6125"/>
            </a:avLst>
          </a:prstGeom>
          <a:solidFill>
            <a:srgbClr val="10284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5E713E3-E3FD-4B93-BA0B-DC2D4ADD3C8D}"/>
              </a:ext>
            </a:extLst>
          </p:cNvPr>
          <p:cNvSpPr>
            <a:spLocks noGrp="1"/>
          </p:cNvSpPr>
          <p:nvPr/>
        </p:nvSpPr>
        <p:spPr>
          <a:xfrm>
            <a:off x="5276850" y="2305050"/>
            <a:ext cx="34671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86EFAC"/>
                </a:solidFill>
              </a:defRPr>
            </a:pPr>
            <a:r>
              <a:rPr sz="2100" b="1">
                <a:solidFill>
                  <a:srgbClr val="86EFAC"/>
                </a:solidFill>
              </a:rPr>
              <a:t>Vertex AI 전환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07B53CC-7F51-4D5D-A60A-F96B64A912A4}"/>
              </a:ext>
            </a:extLst>
          </p:cNvPr>
          <p:cNvSpPr>
            <a:spLocks noGrp="1"/>
          </p:cNvSpPr>
          <p:nvPr/>
        </p:nvSpPr>
        <p:spPr>
          <a:xfrm>
            <a:off x="5276850" y="2800350"/>
            <a:ext cx="34671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F8FBFF"/>
                </a:solidFill>
              </a:defRPr>
            </a:pPr>
            <a:r>
              <a:rPr sz="1575" b="0">
                <a:solidFill>
                  <a:srgbClr val="F8FBFF"/>
                </a:solidFill>
              </a:rPr>
              <a:t>기존 Gemini API 키 방식에서 GCP 크레딧을 활용할 수 있는 Vertex AI 구조로 전환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D34B8C5-6277-4D1D-A61E-DE278B0976DB}"/>
              </a:ext>
            </a:extLst>
          </p:cNvPr>
          <p:cNvSpPr>
            <a:spLocks noGrp="1"/>
          </p:cNvSpPr>
          <p:nvPr/>
        </p:nvSpPr>
        <p:spPr>
          <a:xfrm>
            <a:off x="9248775" y="2013585"/>
            <a:ext cx="4043363" cy="7126605"/>
          </a:xfrm>
          <a:prstGeom prst="roundRect">
            <a:avLst>
              <a:gd name="adj" fmla="val 6125"/>
            </a:avLst>
          </a:prstGeom>
          <a:solidFill>
            <a:srgbClr val="10284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B58C14-E466-4EE4-A4F6-D4E0FCBD80F8}"/>
              </a:ext>
            </a:extLst>
          </p:cNvPr>
          <p:cNvSpPr>
            <a:spLocks noGrp="1"/>
          </p:cNvSpPr>
          <p:nvPr/>
        </p:nvSpPr>
        <p:spPr>
          <a:xfrm>
            <a:off x="9544050" y="2305050"/>
            <a:ext cx="34671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FBBF24"/>
                </a:solidFill>
              </a:defRPr>
            </a:pPr>
            <a:r>
              <a:rPr sz="2100" b="1">
                <a:solidFill>
                  <a:srgbClr val="FBBF24"/>
                </a:solidFill>
              </a:rPr>
              <a:t>응답 안정화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F459691-5E2A-405F-B2EF-0DC1EE68AE4B}"/>
              </a:ext>
            </a:extLst>
          </p:cNvPr>
          <p:cNvSpPr>
            <a:spLocks noGrp="1"/>
          </p:cNvSpPr>
          <p:nvPr/>
        </p:nvSpPr>
        <p:spPr>
          <a:xfrm>
            <a:off x="9544050" y="2800350"/>
            <a:ext cx="34671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F8FBFF"/>
                </a:solidFill>
              </a:defRPr>
            </a:pPr>
            <a:r>
              <a:rPr sz="1575" b="0">
                <a:solidFill>
                  <a:srgbClr val="F8FBFF"/>
                </a:solidFill>
              </a:rPr>
              <a:t>Cloud Functions에서 JSON 응답을 정규화해 프론트 파싱 오류를 줄임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A79340E-EA9C-430E-ADE6-2069A2BDC294}"/>
              </a:ext>
            </a:extLst>
          </p:cNvPr>
          <p:cNvSpPr>
            <a:spLocks noGrp="1"/>
          </p:cNvSpPr>
          <p:nvPr/>
        </p:nvSpPr>
        <p:spPr>
          <a:xfrm>
            <a:off x="13501688" y="2013585"/>
            <a:ext cx="4043363" cy="7126605"/>
          </a:xfrm>
          <a:prstGeom prst="roundRect">
            <a:avLst>
              <a:gd name="adj" fmla="val 6125"/>
            </a:avLst>
          </a:prstGeom>
          <a:solidFill>
            <a:srgbClr val="102849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572630A-7B52-4EB5-8410-566426967D45}"/>
              </a:ext>
            </a:extLst>
          </p:cNvPr>
          <p:cNvSpPr>
            <a:spLocks noGrp="1"/>
          </p:cNvSpPr>
          <p:nvPr/>
        </p:nvSpPr>
        <p:spPr>
          <a:xfrm>
            <a:off x="13792200" y="2305050"/>
            <a:ext cx="34671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FB7185"/>
                </a:solidFill>
              </a:defRPr>
            </a:pPr>
            <a:r>
              <a:rPr sz="2100" b="1">
                <a:solidFill>
                  <a:srgbClr val="FB7185"/>
                </a:solidFill>
              </a:rPr>
              <a:t>퀴즈 범위 확장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1160319-B342-4AE5-A56C-9493042CA3EF}"/>
              </a:ext>
            </a:extLst>
          </p:cNvPr>
          <p:cNvSpPr>
            <a:spLocks noGrp="1"/>
          </p:cNvSpPr>
          <p:nvPr/>
        </p:nvSpPr>
        <p:spPr>
          <a:xfrm>
            <a:off x="13792200" y="2800350"/>
            <a:ext cx="34671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F8FBFF"/>
                </a:solidFill>
              </a:defRPr>
            </a:pPr>
            <a:r>
              <a:rPr sz="1575" b="0">
                <a:solidFill>
                  <a:srgbClr val="F8FBFF"/>
                </a:solidFill>
              </a:rPr>
              <a:t>기본 문자뿐 아니라 탁음·반탁음·요음까지 단계적으로 학습하도록 확장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8BF14F0-05B6-48E5-BD59-2C1F5DA35E5B}"/>
              </a:ext>
            </a:extLst>
          </p:cNvPr>
          <p:cNvSpPr>
            <a:spLocks noGrp="1"/>
          </p:cNvSpPr>
          <p:nvPr/>
        </p:nvSpPr>
        <p:spPr>
          <a:xfrm>
            <a:off x="742950" y="9486900"/>
            <a:ext cx="166497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61328AF-8EFF-472A-83DF-77C43A0B7F1A}"/>
              </a:ext>
            </a:extLst>
          </p:cNvPr>
          <p:cNvSpPr>
            <a:spLocks noGrp="1"/>
          </p:cNvSpPr>
          <p:nvPr/>
        </p:nvSpPr>
        <p:spPr>
          <a:xfrm>
            <a:off x="17392649" y="9391650"/>
            <a:ext cx="433877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74773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F0310E9C-BF24-4439-91D3-790A27FA0F70}"/>
              </a:ext>
            </a:extLst>
          </p:cNvPr>
          <p:cNvSpPr>
            <a:spLocks noGrp="1"/>
          </p:cNvSpPr>
          <p:nvPr/>
        </p:nvSpPr>
        <p:spPr>
          <a:xfrm>
            <a:off x="742950" y="514350"/>
            <a:ext cx="159639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F8FBFF"/>
                </a:solidFill>
              </a:defRPr>
            </a:pPr>
            <a:r>
              <a:rPr sz="4200" b="1">
                <a:solidFill>
                  <a:srgbClr val="F8FBFF"/>
                </a:solidFill>
              </a:rPr>
              <a:t>마무리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43D8DA0-E871-4C04-B911-36E642BCC7BB}"/>
              </a:ext>
            </a:extLst>
          </p:cNvPr>
          <p:cNvSpPr>
            <a:spLocks noGrp="1"/>
          </p:cNvSpPr>
          <p:nvPr/>
        </p:nvSpPr>
        <p:spPr>
          <a:xfrm>
            <a:off x="742950" y="1200150"/>
            <a:ext cx="5448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AFC3DE"/>
                </a:solidFill>
              </a:defRPr>
            </a:pPr>
            <a:r>
              <a:rPr sz="1725" b="0">
                <a:solidFill>
                  <a:srgbClr val="AFC3DE"/>
                </a:solidFill>
              </a:rPr>
              <a:t>일본어를 외우는 앱에서, 일본어를 써보게 만드는 앱으로.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70139E7-6C66-462E-BFD1-4FB5AD10EFB6}"/>
              </a:ext>
            </a:extLst>
          </p:cNvPr>
          <p:cNvSpPr>
            <a:spLocks noGrp="1"/>
          </p:cNvSpPr>
          <p:nvPr/>
        </p:nvSpPr>
        <p:spPr>
          <a:xfrm>
            <a:off x="16880681" y="800100"/>
            <a:ext cx="664369" cy="381000"/>
          </a:xfrm>
          <a:prstGeom prst="roundRect">
            <a:avLst>
              <a:gd name="adj" fmla="val 50000"/>
            </a:avLst>
          </a:prstGeom>
          <a:solidFill>
            <a:srgbClr val="FB7185">
              <a:alpha val="13333"/>
            </a:srgbClr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3258B2-611A-4E7B-8D8C-E7C2080D9E68}"/>
              </a:ext>
            </a:extLst>
          </p:cNvPr>
          <p:cNvSpPr>
            <a:spLocks noGrp="1"/>
          </p:cNvSpPr>
          <p:nvPr/>
        </p:nvSpPr>
        <p:spPr>
          <a:xfrm>
            <a:off x="17049750" y="876300"/>
            <a:ext cx="323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B7185"/>
                </a:solidFill>
              </a:defRPr>
            </a:pPr>
            <a:r>
              <a:rPr sz="1425" b="1">
                <a:solidFill>
                  <a:srgbClr val="FB7185"/>
                </a:solidFill>
              </a:rPr>
              <a:t>END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913EDA6-1672-4A2E-8487-0B98ED84FCBA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619250" cy="47625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370116D-9EF8-4308-A284-031654E2DD4D}"/>
              </a:ext>
            </a:extLst>
          </p:cNvPr>
          <p:cNvSpPr>
            <a:spLocks noGrp="1"/>
          </p:cNvSpPr>
          <p:nvPr/>
        </p:nvSpPr>
        <p:spPr>
          <a:xfrm>
            <a:off x="742950" y="3771900"/>
            <a:ext cx="13411200" cy="1866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AI는 정답을 대신 주는 도구가 아니라,</a:t>
            </a:r>
          </a:p>
          <a:p>
            <a:pPr>
              <a:defRPr sz="4050" b="1">
                <a:solidFill>
                  <a:srgbClr val="F8FBFF"/>
                </a:solidFill>
              </a:defRPr>
            </a:pPr>
            <a:r>
              <a:rPr sz="4050" b="1">
                <a:solidFill>
                  <a:srgbClr val="F8FBFF"/>
                </a:solidFill>
              </a:rPr>
              <a:t>학습자가 바로 말해보게 만드는 연습 상대가 될 수 있습니다.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A383354-2AD6-41B8-9643-C6BD2D8EBAD0}"/>
              </a:ext>
            </a:extLst>
          </p:cNvPr>
          <p:cNvSpPr>
            <a:spLocks noGrp="1"/>
          </p:cNvSpPr>
          <p:nvPr/>
        </p:nvSpPr>
        <p:spPr>
          <a:xfrm>
            <a:off x="742950" y="6032183"/>
            <a:ext cx="1107758" cy="369570"/>
          </a:xfrm>
          <a:prstGeom prst="roundRect">
            <a:avLst>
              <a:gd name="adj" fmla="val 50000"/>
            </a:avLst>
          </a:prstGeom>
          <a:solidFill>
            <a:srgbClr val="38BDF8">
              <a:alpha val="13333"/>
            </a:srgbClr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70829-3440-4E9E-96BF-862D1B171383}"/>
              </a:ext>
            </a:extLst>
          </p:cNvPr>
          <p:cNvSpPr>
            <a:spLocks noGrp="1"/>
          </p:cNvSpPr>
          <p:nvPr/>
        </p:nvSpPr>
        <p:spPr>
          <a:xfrm>
            <a:off x="914400" y="6115050"/>
            <a:ext cx="936308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38BDF8"/>
                </a:solidFill>
              </a:defRPr>
            </a:pPr>
            <a:r>
              <a:rPr sz="1425" b="1">
                <a:solidFill>
                  <a:srgbClr val="38BDF8"/>
                </a:solidFill>
              </a:rPr>
              <a:t>기초 문자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99CA5B1-71E5-4DD4-9561-E1EBC8CFC608}"/>
              </a:ext>
            </a:extLst>
          </p:cNvPr>
          <p:cNvSpPr>
            <a:spLocks noGrp="1"/>
          </p:cNvSpPr>
          <p:nvPr/>
        </p:nvSpPr>
        <p:spPr>
          <a:xfrm>
            <a:off x="2079308" y="6032183"/>
            <a:ext cx="1107758" cy="369570"/>
          </a:xfrm>
          <a:prstGeom prst="roundRect">
            <a:avLst>
              <a:gd name="adj" fmla="val 50000"/>
            </a:avLst>
          </a:prstGeom>
          <a:solidFill>
            <a:srgbClr val="86EFAC">
              <a:alpha val="13333"/>
            </a:srgbClr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AD41C7A-AA04-4966-AB33-2D57684A92BA}"/>
              </a:ext>
            </a:extLst>
          </p:cNvPr>
          <p:cNvSpPr>
            <a:spLocks noGrp="1"/>
          </p:cNvSpPr>
          <p:nvPr/>
        </p:nvSpPr>
        <p:spPr>
          <a:xfrm>
            <a:off x="2247900" y="6115049"/>
            <a:ext cx="984884" cy="286703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86EFAC"/>
                </a:solidFill>
              </a:defRPr>
            </a:pPr>
            <a:r>
              <a:rPr sz="1425" b="1">
                <a:solidFill>
                  <a:srgbClr val="86EFAC"/>
                </a:solidFill>
              </a:rPr>
              <a:t>반복 퀴즈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389DA0D-40B7-4E0E-BA51-2635BF702508}"/>
              </a:ext>
            </a:extLst>
          </p:cNvPr>
          <p:cNvSpPr>
            <a:spLocks noGrp="1"/>
          </p:cNvSpPr>
          <p:nvPr/>
        </p:nvSpPr>
        <p:spPr>
          <a:xfrm>
            <a:off x="3415665" y="6032183"/>
            <a:ext cx="1107758" cy="369570"/>
          </a:xfrm>
          <a:prstGeom prst="roundRect">
            <a:avLst>
              <a:gd name="adj" fmla="val 50000"/>
            </a:avLst>
          </a:prstGeom>
          <a:solidFill>
            <a:srgbClr val="FBBF24">
              <a:alpha val="13333"/>
            </a:srgbClr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F3DBAE-515C-4B97-8935-352285322423}"/>
              </a:ext>
            </a:extLst>
          </p:cNvPr>
          <p:cNvSpPr>
            <a:spLocks noGrp="1"/>
          </p:cNvSpPr>
          <p:nvPr/>
        </p:nvSpPr>
        <p:spPr>
          <a:xfrm>
            <a:off x="3581399" y="6115050"/>
            <a:ext cx="942023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BBF24"/>
                </a:solidFill>
              </a:defRPr>
            </a:pPr>
            <a:r>
              <a:rPr sz="1425" b="1">
                <a:solidFill>
                  <a:srgbClr val="FBBF24"/>
                </a:solidFill>
              </a:rPr>
              <a:t>상황 표현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F30339A-5873-4CE4-8DB1-CE892C2D7877}"/>
              </a:ext>
            </a:extLst>
          </p:cNvPr>
          <p:cNvSpPr>
            <a:spLocks noGrp="1"/>
          </p:cNvSpPr>
          <p:nvPr/>
        </p:nvSpPr>
        <p:spPr>
          <a:xfrm>
            <a:off x="4752023" y="6032183"/>
            <a:ext cx="1107758" cy="369570"/>
          </a:xfrm>
          <a:prstGeom prst="roundRect">
            <a:avLst>
              <a:gd name="adj" fmla="val 50000"/>
            </a:avLst>
          </a:prstGeom>
          <a:solidFill>
            <a:srgbClr val="FB7185">
              <a:alpha val="13333"/>
            </a:srgbClr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96F83E-B927-4BA5-8BF5-6D9E659E82B6}"/>
              </a:ext>
            </a:extLst>
          </p:cNvPr>
          <p:cNvSpPr>
            <a:spLocks noGrp="1"/>
          </p:cNvSpPr>
          <p:nvPr/>
        </p:nvSpPr>
        <p:spPr>
          <a:xfrm>
            <a:off x="4914899" y="6115050"/>
            <a:ext cx="944881" cy="286702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B7185"/>
                </a:solidFill>
              </a:defRPr>
            </a:pPr>
            <a:r>
              <a:rPr sz="1425" b="1">
                <a:solidFill>
                  <a:srgbClr val="FB7185"/>
                </a:solidFill>
              </a:rPr>
              <a:t>실전 대화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95838C4-7340-4F91-B3DE-CDC9C9ACAA64}"/>
              </a:ext>
            </a:extLst>
          </p:cNvPr>
          <p:cNvSpPr>
            <a:spLocks noGrp="1"/>
          </p:cNvSpPr>
          <p:nvPr/>
        </p:nvSpPr>
        <p:spPr>
          <a:xfrm>
            <a:off x="742950" y="6800850"/>
            <a:ext cx="1186815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AFC3DE"/>
                </a:solidFill>
              </a:defRPr>
            </a:pPr>
            <a:r>
              <a:rPr sz="1950" b="0">
                <a:solidFill>
                  <a:srgbClr val="AFC3DE"/>
                </a:solidFill>
              </a:rPr>
              <a:t>기대 효과: 초급 학습자의 진입 장벽을 낮추고, 실제 상황에서 사용할 수 있는 일본어 표현을 자연스럽게 익히게 합니다.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3BF52D4-F502-4B42-B3D3-1C7DE4D3A982}"/>
              </a:ext>
            </a:extLst>
          </p:cNvPr>
          <p:cNvSpPr>
            <a:spLocks noGrp="1"/>
          </p:cNvSpPr>
          <p:nvPr/>
        </p:nvSpPr>
        <p:spPr>
          <a:xfrm>
            <a:off x="742950" y="9486900"/>
            <a:ext cx="166497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7D94B4"/>
                </a:solidFill>
              </a:defRPr>
            </a:pPr>
            <a:r>
              <a:rPr sz="1200" b="0">
                <a:solidFill>
                  <a:srgbClr val="7D94B4"/>
                </a:solidFill>
              </a:rPr>
              <a:t>2026-1학기 AI 활용 경진대회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F71ADE4-0B88-4ADF-8C3E-39AB0F17FBC1}"/>
              </a:ext>
            </a:extLst>
          </p:cNvPr>
          <p:cNvSpPr>
            <a:spLocks noGrp="1"/>
          </p:cNvSpPr>
          <p:nvPr/>
        </p:nvSpPr>
        <p:spPr>
          <a:xfrm>
            <a:off x="17392650" y="9391650"/>
            <a:ext cx="485152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D94B4"/>
                </a:solidFill>
              </a:defRPr>
            </a:pPr>
            <a:r>
              <a:rPr sz="1200" b="1">
                <a:solidFill>
                  <a:srgbClr val="7D94B4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145897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</Words>
  <Application>Microsoft Office PowerPoint</Application>
  <DocSecurity>0</DocSecurity>
  <PresentationFormat>사용자 지정</PresentationFormat>
  <Paragraphs>140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명성 김</cp:lastModifiedBy>
  <cp:revision>1</cp:revision>
  <dcterms:created xsi:type="dcterms:W3CDTF">2026-05-15T08:32:13Z</dcterms:created>
  <dcterms:modified xsi:type="dcterms:W3CDTF">2026-05-15T08:46:42Z</dcterms:modified>
</cp:coreProperties>
</file>