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0700a59b10488a" /><Relationship Type="http://schemas.openxmlformats.org/officeDocument/2006/relationships/extended-properties" Target="/docProps/app.xml" Id="Re60e8d00742e4cc6" /><Relationship Type="http://schemas.openxmlformats.org/officeDocument/2006/relationships/officeDocument" Target="/ppt/presentation.xml" Id="Rd077a3f948204e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a48180b6554efe"/>
  </p:sldMasterIdLst>
  <p:notesMasterIdLst>
    <p:notesMasterId xmlns:r="http://schemas.openxmlformats.org/officeDocument/2006/relationships" r:id="R78f9eead531448a8"/>
  </p:notesMasterIdLst>
  <p:sldIdLst>
    <p:sldId xmlns:r="http://schemas.openxmlformats.org/officeDocument/2006/relationships" id="256" r:id="R88953c10ceab44f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48180b6554efe" /><Relationship Type="http://schemas.openxmlformats.org/officeDocument/2006/relationships/theme" Target="/ppt/theme/theme1.xml" Id="R65d5a5b23bf14f9a" /><Relationship Type="http://schemas.openxmlformats.org/officeDocument/2006/relationships/notesMaster" Target="/ppt/notesMasters/notesMaster1.xml" Id="R78f9eead531448a8" /><Relationship Type="http://schemas.openxmlformats.org/officeDocument/2006/relationships/presProps" Target="/ppt/presProps.xml" Id="R3e03346517b44bce" /><Relationship Type="http://schemas.openxmlformats.org/officeDocument/2006/relationships/viewProps" Target="/ppt/viewProps.xml" Id="R4376543971fc4b19" /><Relationship Type="http://schemas.openxmlformats.org/officeDocument/2006/relationships/tableStyles" Target="/ppt/tableStyles.xml" Id="Rf39561af05454e64" /><Relationship Type="http://schemas.openxmlformats.org/officeDocument/2006/relationships/slide" Target="/ppt/slides/slide1.xml" Id="R88953c10ceab44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11abc4d27a74f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6a880cbeb7437a" /><Relationship Type="http://schemas.openxmlformats.org/officeDocument/2006/relationships/notesMaster" Target="/ppt/notesMasters/notesMaster1.xml" Id="R1eac572a04bd44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2ae3811a5c4c0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5c978f80d6e4ebf" /><Relationship Type="http://schemas.openxmlformats.org/officeDocument/2006/relationships/slideLayout" Target="/ppt/slideLayouts/slideLayout2.xml" Id="R05533618025240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533618025240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82f3d02f1649c2" /><Relationship Type="http://schemas.openxmlformats.org/officeDocument/2006/relationships/notesSlide" Target="/ppt/notesSlides/notesSlide1.xml" Id="R5b30538cb8164a8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">
            <a:extLst xmlns:a="http://schemas.openxmlformats.org/drawingml/2006/main">
              <a:ext uri="{FF2B5EF4-FFF2-40B4-BE49-F238E27FC236}">
                <a16:creationId xmlns:a16="http://schemas.microsoft.com/office/drawing/2014/main" id="{F87E5DF5-0F20-4231-9C93-BEEF214B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6764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111827"/>
                </a:solidFill>
              </a:defRPr>
            </a:pPr>
            <a:r>
              <a:rPr sz="4800" b="1">
                <a:solidFill>
                  <a:srgbClr val="111827"/>
                </a:solidFill>
              </a:rPr>
              <a:t>테스트</a:t>
            </a:r>
          </a:p>
        </p:txBody>
      </p:sp>
      <p:sp>
        <p:nvSpPr>
          <p:cNvPr id="2" name="p">
            <a:extLst xmlns:a="http://schemas.openxmlformats.org/drawingml/2006/main">
              <a:ext uri="{FF2B5EF4-FFF2-40B4-BE49-F238E27FC236}">
                <a16:creationId xmlns:a16="http://schemas.microsoft.com/office/drawing/2014/main" id="{EE6538A4-0308-49E0-8CBB-2A8CB586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4020"/>
            <a:ext cx="16764000" cy="2857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0F2FE"/>
          </a:solidFill>
        </p:spPr>
      </p:sp>
      <p:sp>
        <p:nvSpPr>
          <p:cNvPr id="3" name="pt">
            <a:extLst xmlns:a="http://schemas.openxmlformats.org/drawingml/2006/main">
              <a:ext uri="{FF2B5EF4-FFF2-40B4-BE49-F238E27FC236}">
                <a16:creationId xmlns:a16="http://schemas.microsoft.com/office/drawing/2014/main" id="{844B5947-2C67-4E15-8146-2454226D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1630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F172A"/>
                </a:solidFill>
              </a:defRPr>
            </a:pPr>
            <a:r>
              <a:rPr sz="2400">
                <a:solidFill>
                  <a:srgbClr val="0F172A"/>
                </a:solidFill>
              </a:rPr>
              <a:t>패널</a:t>
            </a:r>
          </a:p>
        </p:txBody>
      </p:sp>
    </p:spTree>
    <p:extLst>
      <p:ext uri="{BB962C8B-B14F-4D97-AF65-F5344CB8AC3E}">
        <p14:creationId xmlns:p14="http://schemas.microsoft.com/office/powerpoint/2010/main" val="307082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2026-05-15T08:18:34.9970000Z</dcterms:created>
  <dcterms:modified xsi:type="dcterms:W3CDTF">2026-05-15T08:18:34.9970000Z</dcterms:modified>
</coreProperties>
</file>